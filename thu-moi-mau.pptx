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</p:sldIdLst>
  <p:sldSz cx="14287500" cy="14287500"/>
  <p:notesSz cx="6858000" cy="9144000"/>
  <p:embeddedFontLst>
    <p:embeddedFont>
      <p:font typeface="UTM Avo Bold" charset="1" panose="02040603050506020204"/>
      <p:regular r:id="rId8"/>
    </p:embeddedFont>
    <p:embeddedFont>
      <p:font typeface="UTM Avo" charset="1" panose="02040603050506020204"/>
      <p:regular r:id="rId9"/>
    </p:embeddedFont>
    <p:embeddedFont>
      <p:font typeface="Barlow Bold" charset="1" panose="00000800000000000000"/>
      <p:regular r:id="rId10"/>
    </p:embeddedFont>
    <p:embeddedFont>
      <p:font typeface="Josefin Sans" charset="1" panose="00000000000000000000"/>
      <p:regular r:id="rId11"/>
    </p:embeddedFont>
    <p:embeddedFont>
      <p:font typeface="MTD Bigilla Bold Bold" charset="1" panose="00000000000000000000"/>
      <p:regular r:id="rId12"/>
    </p:embeddedFont>
    <p:embeddedFont>
      <p:font typeface="UTM Avo Italics" charset="1" panose="02040603050506090204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4287500" cy="14287500"/>
          </a:xfrm>
          <a:custGeom>
            <a:avLst/>
            <a:gdLst/>
            <a:ahLst/>
            <a:cxnLst/>
            <a:rect r="r" b="b" t="t" l="l"/>
            <a:pathLst>
              <a:path h="14287500" w="14287500">
                <a:moveTo>
                  <a:pt x="0" y="0"/>
                </a:moveTo>
                <a:lnTo>
                  <a:pt x="14287500" y="0"/>
                </a:lnTo>
                <a:lnTo>
                  <a:pt x="14287500" y="14287500"/>
                </a:lnTo>
                <a:lnTo>
                  <a:pt x="0" y="14287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800000">
            <a:off x="3019202" y="11324863"/>
            <a:ext cx="5782231" cy="1215484"/>
            <a:chOff x="0" y="0"/>
            <a:chExt cx="7709641" cy="1620646"/>
          </a:xfrm>
        </p:grpSpPr>
        <p:grpSp>
          <p:nvGrpSpPr>
            <p:cNvPr name="Group 4" id="4"/>
            <p:cNvGrpSpPr/>
            <p:nvPr/>
          </p:nvGrpSpPr>
          <p:grpSpPr>
            <a:xfrm rot="-5400000">
              <a:off x="186998" y="-186998"/>
              <a:ext cx="1620646" cy="1994641"/>
              <a:chOff x="0" y="0"/>
              <a:chExt cx="6604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6604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6604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AD221E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98425"/>
                <a:ext cx="660400" cy="7143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4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1898202" y="0"/>
              <a:ext cx="5811439" cy="1620646"/>
              <a:chOff x="0" y="0"/>
              <a:chExt cx="826516" cy="230492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26516" cy="230492"/>
              </a:xfrm>
              <a:custGeom>
                <a:avLst/>
                <a:gdLst/>
                <a:ahLst/>
                <a:cxnLst/>
                <a:rect r="r" b="b" t="t" l="l"/>
                <a:pathLst>
                  <a:path h="230492" w="826516">
                    <a:moveTo>
                      <a:pt x="0" y="0"/>
                    </a:moveTo>
                    <a:lnTo>
                      <a:pt x="826516" y="0"/>
                    </a:lnTo>
                    <a:lnTo>
                      <a:pt x="826516" y="230492"/>
                    </a:lnTo>
                    <a:lnTo>
                      <a:pt x="0" y="230492"/>
                    </a:lnTo>
                    <a:close/>
                  </a:path>
                </a:pathLst>
              </a:custGeom>
              <a:solidFill>
                <a:srgbClr val="AD221E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28575"/>
                <a:ext cx="826516" cy="2590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4"/>
                  </a:lnSpc>
                </a:pPr>
              </a:p>
            </p:txBody>
          </p:sp>
        </p:grpSp>
      </p:grpSp>
      <p:grpSp>
        <p:nvGrpSpPr>
          <p:cNvPr name="Group 10" id="10"/>
          <p:cNvGrpSpPr/>
          <p:nvPr/>
        </p:nvGrpSpPr>
        <p:grpSpPr>
          <a:xfrm rot="0">
            <a:off x="7125422" y="0"/>
            <a:ext cx="7162078" cy="12540347"/>
            <a:chOff x="0" y="0"/>
            <a:chExt cx="1358142" cy="237802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58142" cy="2378022"/>
            </a:xfrm>
            <a:custGeom>
              <a:avLst/>
              <a:gdLst/>
              <a:ahLst/>
              <a:cxnLst/>
              <a:rect r="r" b="b" t="t" l="l"/>
              <a:pathLst>
                <a:path h="2378022" w="1358142">
                  <a:moveTo>
                    <a:pt x="0" y="0"/>
                  </a:moveTo>
                  <a:lnTo>
                    <a:pt x="1358142" y="0"/>
                  </a:lnTo>
                  <a:lnTo>
                    <a:pt x="1358142" y="2378022"/>
                  </a:lnTo>
                  <a:lnTo>
                    <a:pt x="0" y="2378022"/>
                  </a:lnTo>
                  <a:close/>
                </a:path>
              </a:pathLst>
            </a:custGeom>
            <a:solidFill>
              <a:srgbClr val="FFF8E7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1358142" cy="24065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4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-10800000">
            <a:off x="3009677" y="11524158"/>
            <a:ext cx="5782231" cy="1215484"/>
            <a:chOff x="0" y="0"/>
            <a:chExt cx="7709641" cy="1620646"/>
          </a:xfrm>
        </p:grpSpPr>
        <p:grpSp>
          <p:nvGrpSpPr>
            <p:cNvPr name="Group 14" id="14"/>
            <p:cNvGrpSpPr/>
            <p:nvPr/>
          </p:nvGrpSpPr>
          <p:grpSpPr>
            <a:xfrm rot="-5400000">
              <a:off x="186998" y="-186998"/>
              <a:ext cx="1620646" cy="1994641"/>
              <a:chOff x="0" y="0"/>
              <a:chExt cx="660400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6604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6604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F1E3BC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98425"/>
                <a:ext cx="660400" cy="7143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4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1898202" y="0"/>
              <a:ext cx="5811439" cy="1620646"/>
              <a:chOff x="0" y="0"/>
              <a:chExt cx="826516" cy="230492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26516" cy="230492"/>
              </a:xfrm>
              <a:custGeom>
                <a:avLst/>
                <a:gdLst/>
                <a:ahLst/>
                <a:cxnLst/>
                <a:rect r="r" b="b" t="t" l="l"/>
                <a:pathLst>
                  <a:path h="230492" w="826516">
                    <a:moveTo>
                      <a:pt x="0" y="0"/>
                    </a:moveTo>
                    <a:lnTo>
                      <a:pt x="826516" y="0"/>
                    </a:lnTo>
                    <a:lnTo>
                      <a:pt x="826516" y="230492"/>
                    </a:lnTo>
                    <a:lnTo>
                      <a:pt x="0" y="230492"/>
                    </a:lnTo>
                    <a:close/>
                  </a:path>
                </a:pathLst>
              </a:custGeom>
              <a:solidFill>
                <a:srgbClr val="F1E3BC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28575"/>
                <a:ext cx="826516" cy="2590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4"/>
                  </a:lnSpc>
                </a:pPr>
              </a:p>
            </p:txBody>
          </p:sp>
        </p:grpSp>
      </p:grpSp>
      <p:grpSp>
        <p:nvGrpSpPr>
          <p:cNvPr name="Group 20" id="20"/>
          <p:cNvGrpSpPr/>
          <p:nvPr/>
        </p:nvGrpSpPr>
        <p:grpSpPr>
          <a:xfrm rot="-10800000">
            <a:off x="3009677" y="11643266"/>
            <a:ext cx="5782231" cy="1215484"/>
            <a:chOff x="0" y="0"/>
            <a:chExt cx="7709641" cy="1620646"/>
          </a:xfrm>
        </p:grpSpPr>
        <p:grpSp>
          <p:nvGrpSpPr>
            <p:cNvPr name="Group 21" id="21"/>
            <p:cNvGrpSpPr/>
            <p:nvPr/>
          </p:nvGrpSpPr>
          <p:grpSpPr>
            <a:xfrm rot="-5400000">
              <a:off x="186998" y="-186998"/>
              <a:ext cx="1620646" cy="1994641"/>
              <a:chOff x="0" y="0"/>
              <a:chExt cx="660400" cy="8128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6604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6604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AD221E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98425"/>
                <a:ext cx="660400" cy="7143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4"/>
                  </a:lnSpc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1898202" y="0"/>
              <a:ext cx="5811439" cy="1620646"/>
              <a:chOff x="0" y="0"/>
              <a:chExt cx="826516" cy="230492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826516" cy="230492"/>
              </a:xfrm>
              <a:custGeom>
                <a:avLst/>
                <a:gdLst/>
                <a:ahLst/>
                <a:cxnLst/>
                <a:rect r="r" b="b" t="t" l="l"/>
                <a:pathLst>
                  <a:path h="230492" w="826516">
                    <a:moveTo>
                      <a:pt x="0" y="0"/>
                    </a:moveTo>
                    <a:lnTo>
                      <a:pt x="826516" y="0"/>
                    </a:lnTo>
                    <a:lnTo>
                      <a:pt x="826516" y="230492"/>
                    </a:lnTo>
                    <a:lnTo>
                      <a:pt x="0" y="230492"/>
                    </a:lnTo>
                    <a:close/>
                  </a:path>
                </a:pathLst>
              </a:custGeom>
              <a:solidFill>
                <a:srgbClr val="AD221E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28575"/>
                <a:ext cx="826516" cy="2590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4"/>
                  </a:lnSpc>
                </a:pPr>
              </a:p>
            </p:txBody>
          </p:sp>
        </p:grpSp>
      </p:grpSp>
      <p:grpSp>
        <p:nvGrpSpPr>
          <p:cNvPr name="Group 27" id="27"/>
          <p:cNvGrpSpPr/>
          <p:nvPr/>
        </p:nvGrpSpPr>
        <p:grpSpPr>
          <a:xfrm rot="-10800000">
            <a:off x="3019202" y="11773357"/>
            <a:ext cx="5782231" cy="1215484"/>
            <a:chOff x="0" y="0"/>
            <a:chExt cx="7709641" cy="1620646"/>
          </a:xfrm>
        </p:grpSpPr>
        <p:grpSp>
          <p:nvGrpSpPr>
            <p:cNvPr name="Group 28" id="28"/>
            <p:cNvGrpSpPr/>
            <p:nvPr/>
          </p:nvGrpSpPr>
          <p:grpSpPr>
            <a:xfrm rot="-5400000">
              <a:off x="186998" y="-186998"/>
              <a:ext cx="1620646" cy="1994641"/>
              <a:chOff x="0" y="0"/>
              <a:chExt cx="660400" cy="8128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6604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6604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F1E3BC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98425"/>
                <a:ext cx="660400" cy="7143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4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1898202" y="0"/>
              <a:ext cx="5811439" cy="1620646"/>
              <a:chOff x="0" y="0"/>
              <a:chExt cx="826516" cy="230492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826516" cy="230492"/>
              </a:xfrm>
              <a:custGeom>
                <a:avLst/>
                <a:gdLst/>
                <a:ahLst/>
                <a:cxnLst/>
                <a:rect r="r" b="b" t="t" l="l"/>
                <a:pathLst>
                  <a:path h="230492" w="826516">
                    <a:moveTo>
                      <a:pt x="0" y="0"/>
                    </a:moveTo>
                    <a:lnTo>
                      <a:pt x="826516" y="0"/>
                    </a:lnTo>
                    <a:lnTo>
                      <a:pt x="826516" y="230492"/>
                    </a:lnTo>
                    <a:lnTo>
                      <a:pt x="0" y="230492"/>
                    </a:lnTo>
                    <a:close/>
                  </a:path>
                </a:pathLst>
              </a:custGeom>
              <a:solidFill>
                <a:srgbClr val="F1E3BC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28575"/>
                <a:ext cx="826516" cy="2590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4"/>
                  </a:lnSpc>
                </a:pPr>
              </a:p>
            </p:txBody>
          </p:sp>
        </p:grpSp>
      </p:grpSp>
      <p:grpSp>
        <p:nvGrpSpPr>
          <p:cNvPr name="Group 34" id="34"/>
          <p:cNvGrpSpPr/>
          <p:nvPr/>
        </p:nvGrpSpPr>
        <p:grpSpPr>
          <a:xfrm rot="-10800000">
            <a:off x="3019202" y="11892464"/>
            <a:ext cx="5782231" cy="1215484"/>
            <a:chOff x="0" y="0"/>
            <a:chExt cx="7709641" cy="1620646"/>
          </a:xfrm>
        </p:grpSpPr>
        <p:grpSp>
          <p:nvGrpSpPr>
            <p:cNvPr name="Group 35" id="35"/>
            <p:cNvGrpSpPr/>
            <p:nvPr/>
          </p:nvGrpSpPr>
          <p:grpSpPr>
            <a:xfrm rot="-5400000">
              <a:off x="186998" y="-186998"/>
              <a:ext cx="1620646" cy="1994641"/>
              <a:chOff x="0" y="0"/>
              <a:chExt cx="660400" cy="8128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6604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6604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AD221E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98425"/>
                <a:ext cx="660400" cy="7143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4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0">
              <a:off x="1898202" y="0"/>
              <a:ext cx="5811439" cy="1620646"/>
              <a:chOff x="0" y="0"/>
              <a:chExt cx="826516" cy="230492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826516" cy="230492"/>
              </a:xfrm>
              <a:custGeom>
                <a:avLst/>
                <a:gdLst/>
                <a:ahLst/>
                <a:cxnLst/>
                <a:rect r="r" b="b" t="t" l="l"/>
                <a:pathLst>
                  <a:path h="230492" w="826516">
                    <a:moveTo>
                      <a:pt x="0" y="0"/>
                    </a:moveTo>
                    <a:lnTo>
                      <a:pt x="826516" y="0"/>
                    </a:lnTo>
                    <a:lnTo>
                      <a:pt x="826516" y="230492"/>
                    </a:lnTo>
                    <a:lnTo>
                      <a:pt x="0" y="230492"/>
                    </a:lnTo>
                    <a:close/>
                  </a:path>
                </a:pathLst>
              </a:custGeom>
              <a:solidFill>
                <a:srgbClr val="AD221E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28575"/>
                <a:ext cx="826516" cy="2590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4"/>
                  </a:lnSpc>
                </a:pPr>
              </a:p>
            </p:txBody>
          </p:sp>
        </p:grpSp>
      </p:grpSp>
      <p:grpSp>
        <p:nvGrpSpPr>
          <p:cNvPr name="Group 41" id="41"/>
          <p:cNvGrpSpPr/>
          <p:nvPr/>
        </p:nvGrpSpPr>
        <p:grpSpPr>
          <a:xfrm rot="0">
            <a:off x="0" y="0"/>
            <a:ext cx="7125422" cy="14347944"/>
            <a:chOff x="0" y="0"/>
            <a:chExt cx="1351191" cy="272079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351191" cy="2720795"/>
            </a:xfrm>
            <a:custGeom>
              <a:avLst/>
              <a:gdLst/>
              <a:ahLst/>
              <a:cxnLst/>
              <a:rect r="r" b="b" t="t" l="l"/>
              <a:pathLst>
                <a:path h="2720795" w="1351191">
                  <a:moveTo>
                    <a:pt x="0" y="0"/>
                  </a:moveTo>
                  <a:lnTo>
                    <a:pt x="1351191" y="0"/>
                  </a:lnTo>
                  <a:lnTo>
                    <a:pt x="1351191" y="2720795"/>
                  </a:lnTo>
                  <a:lnTo>
                    <a:pt x="0" y="2720795"/>
                  </a:lnTo>
                  <a:close/>
                </a:path>
              </a:pathLst>
            </a:custGeom>
            <a:solidFill>
              <a:srgbClr val="AD221E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1351191" cy="27493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4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8761555" y="11451180"/>
            <a:ext cx="5782231" cy="1215484"/>
            <a:chOff x="0" y="0"/>
            <a:chExt cx="7709641" cy="1620646"/>
          </a:xfrm>
        </p:grpSpPr>
        <p:grpSp>
          <p:nvGrpSpPr>
            <p:cNvPr name="Group 45" id="45"/>
            <p:cNvGrpSpPr/>
            <p:nvPr/>
          </p:nvGrpSpPr>
          <p:grpSpPr>
            <a:xfrm rot="-5400000">
              <a:off x="186998" y="-186998"/>
              <a:ext cx="1620646" cy="1994641"/>
              <a:chOff x="0" y="0"/>
              <a:chExt cx="660400" cy="81280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6604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6604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F1E3BC"/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98425"/>
                <a:ext cx="660400" cy="7143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4"/>
                  </a:lnSpc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1898202" y="0"/>
              <a:ext cx="5811439" cy="1620646"/>
              <a:chOff x="0" y="0"/>
              <a:chExt cx="826516" cy="230492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826516" cy="230492"/>
              </a:xfrm>
              <a:custGeom>
                <a:avLst/>
                <a:gdLst/>
                <a:ahLst/>
                <a:cxnLst/>
                <a:rect r="r" b="b" t="t" l="l"/>
                <a:pathLst>
                  <a:path h="230492" w="826516">
                    <a:moveTo>
                      <a:pt x="0" y="0"/>
                    </a:moveTo>
                    <a:lnTo>
                      <a:pt x="826516" y="0"/>
                    </a:lnTo>
                    <a:lnTo>
                      <a:pt x="826516" y="230492"/>
                    </a:lnTo>
                    <a:lnTo>
                      <a:pt x="0" y="230492"/>
                    </a:lnTo>
                    <a:close/>
                  </a:path>
                </a:pathLst>
              </a:custGeom>
              <a:solidFill>
                <a:srgbClr val="F1E3BC"/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-28575"/>
                <a:ext cx="826516" cy="2590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4"/>
                  </a:lnSpc>
                </a:pPr>
              </a:p>
            </p:txBody>
          </p:sp>
        </p:grpSp>
      </p:grpSp>
      <p:grpSp>
        <p:nvGrpSpPr>
          <p:cNvPr name="Group 51" id="51"/>
          <p:cNvGrpSpPr/>
          <p:nvPr/>
        </p:nvGrpSpPr>
        <p:grpSpPr>
          <a:xfrm rot="0">
            <a:off x="8761555" y="11567293"/>
            <a:ext cx="5782231" cy="1215484"/>
            <a:chOff x="0" y="0"/>
            <a:chExt cx="7709641" cy="1620646"/>
          </a:xfrm>
        </p:grpSpPr>
        <p:grpSp>
          <p:nvGrpSpPr>
            <p:cNvPr name="Group 52" id="52"/>
            <p:cNvGrpSpPr/>
            <p:nvPr/>
          </p:nvGrpSpPr>
          <p:grpSpPr>
            <a:xfrm rot="-5400000">
              <a:off x="186998" y="-186998"/>
              <a:ext cx="1620646" cy="1994641"/>
              <a:chOff x="0" y="0"/>
              <a:chExt cx="660400" cy="812800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6604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6604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AD221E"/>
              </a:solidFill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98425"/>
                <a:ext cx="660400" cy="7143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4"/>
                  </a:lnSpc>
                </a:pPr>
              </a:p>
            </p:txBody>
          </p:sp>
        </p:grpSp>
        <p:grpSp>
          <p:nvGrpSpPr>
            <p:cNvPr name="Group 55" id="55"/>
            <p:cNvGrpSpPr/>
            <p:nvPr/>
          </p:nvGrpSpPr>
          <p:grpSpPr>
            <a:xfrm rot="0">
              <a:off x="1898202" y="0"/>
              <a:ext cx="5811439" cy="1620646"/>
              <a:chOff x="0" y="0"/>
              <a:chExt cx="826516" cy="230492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826516" cy="230492"/>
              </a:xfrm>
              <a:custGeom>
                <a:avLst/>
                <a:gdLst/>
                <a:ahLst/>
                <a:cxnLst/>
                <a:rect r="r" b="b" t="t" l="l"/>
                <a:pathLst>
                  <a:path h="230492" w="826516">
                    <a:moveTo>
                      <a:pt x="0" y="0"/>
                    </a:moveTo>
                    <a:lnTo>
                      <a:pt x="826516" y="0"/>
                    </a:lnTo>
                    <a:lnTo>
                      <a:pt x="826516" y="230492"/>
                    </a:lnTo>
                    <a:lnTo>
                      <a:pt x="0" y="230492"/>
                    </a:lnTo>
                    <a:close/>
                  </a:path>
                </a:pathLst>
              </a:custGeom>
              <a:solidFill>
                <a:srgbClr val="AD221E"/>
              </a:solidFill>
            </p:spPr>
          </p:sp>
          <p:sp>
            <p:nvSpPr>
              <p:cNvPr name="TextBox 57" id="57"/>
              <p:cNvSpPr txBox="true"/>
              <p:nvPr/>
            </p:nvSpPr>
            <p:spPr>
              <a:xfrm>
                <a:off x="0" y="-28575"/>
                <a:ext cx="826516" cy="2590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4"/>
                  </a:lnSpc>
                </a:pPr>
              </a:p>
            </p:txBody>
          </p:sp>
        </p:grpSp>
      </p:grpSp>
      <p:grpSp>
        <p:nvGrpSpPr>
          <p:cNvPr name="Group 58" id="58"/>
          <p:cNvGrpSpPr/>
          <p:nvPr/>
        </p:nvGrpSpPr>
        <p:grpSpPr>
          <a:xfrm rot="0">
            <a:off x="8752030" y="11723453"/>
            <a:ext cx="5782231" cy="1215484"/>
            <a:chOff x="0" y="0"/>
            <a:chExt cx="7709641" cy="1620646"/>
          </a:xfrm>
        </p:grpSpPr>
        <p:grpSp>
          <p:nvGrpSpPr>
            <p:cNvPr name="Group 59" id="59"/>
            <p:cNvGrpSpPr/>
            <p:nvPr/>
          </p:nvGrpSpPr>
          <p:grpSpPr>
            <a:xfrm rot="-5400000">
              <a:off x="186998" y="-186998"/>
              <a:ext cx="1620646" cy="1994641"/>
              <a:chOff x="0" y="0"/>
              <a:chExt cx="660400" cy="812800"/>
            </a:xfrm>
          </p:grpSpPr>
          <p:sp>
            <p:nvSpPr>
              <p:cNvPr name="Freeform 60" id="60"/>
              <p:cNvSpPr/>
              <p:nvPr/>
            </p:nvSpPr>
            <p:spPr>
              <a:xfrm flipH="false" flipV="false" rot="0">
                <a:off x="0" y="0"/>
                <a:ext cx="6604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6604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F1E3BC"/>
              </a:solidFill>
            </p:spPr>
          </p:sp>
          <p:sp>
            <p:nvSpPr>
              <p:cNvPr name="TextBox 61" id="61"/>
              <p:cNvSpPr txBox="true"/>
              <p:nvPr/>
            </p:nvSpPr>
            <p:spPr>
              <a:xfrm>
                <a:off x="0" y="98425"/>
                <a:ext cx="660400" cy="7143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4"/>
                  </a:lnSpc>
                </a:pPr>
              </a:p>
            </p:txBody>
          </p:sp>
        </p:grpSp>
        <p:grpSp>
          <p:nvGrpSpPr>
            <p:cNvPr name="Group 62" id="62"/>
            <p:cNvGrpSpPr/>
            <p:nvPr/>
          </p:nvGrpSpPr>
          <p:grpSpPr>
            <a:xfrm rot="0">
              <a:off x="1898202" y="0"/>
              <a:ext cx="5811439" cy="1620646"/>
              <a:chOff x="0" y="0"/>
              <a:chExt cx="826516" cy="230492"/>
            </a:xfrm>
          </p:grpSpPr>
          <p:sp>
            <p:nvSpPr>
              <p:cNvPr name="Freeform 63" id="63"/>
              <p:cNvSpPr/>
              <p:nvPr/>
            </p:nvSpPr>
            <p:spPr>
              <a:xfrm flipH="false" flipV="false" rot="0">
                <a:off x="0" y="0"/>
                <a:ext cx="826516" cy="230492"/>
              </a:xfrm>
              <a:custGeom>
                <a:avLst/>
                <a:gdLst/>
                <a:ahLst/>
                <a:cxnLst/>
                <a:rect r="r" b="b" t="t" l="l"/>
                <a:pathLst>
                  <a:path h="230492" w="826516">
                    <a:moveTo>
                      <a:pt x="0" y="0"/>
                    </a:moveTo>
                    <a:lnTo>
                      <a:pt x="826516" y="0"/>
                    </a:lnTo>
                    <a:lnTo>
                      <a:pt x="826516" y="230492"/>
                    </a:lnTo>
                    <a:lnTo>
                      <a:pt x="0" y="230492"/>
                    </a:lnTo>
                    <a:close/>
                  </a:path>
                </a:pathLst>
              </a:custGeom>
              <a:solidFill>
                <a:srgbClr val="F1E3BC"/>
              </a:solidFill>
            </p:spPr>
          </p:sp>
          <p:sp>
            <p:nvSpPr>
              <p:cNvPr name="TextBox 64" id="64"/>
              <p:cNvSpPr txBox="true"/>
              <p:nvPr/>
            </p:nvSpPr>
            <p:spPr>
              <a:xfrm>
                <a:off x="0" y="-28575"/>
                <a:ext cx="826516" cy="2590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4"/>
                  </a:lnSpc>
                </a:pPr>
              </a:p>
            </p:txBody>
          </p:sp>
        </p:grpSp>
      </p:grpSp>
      <p:grpSp>
        <p:nvGrpSpPr>
          <p:cNvPr name="Group 65" id="65"/>
          <p:cNvGrpSpPr/>
          <p:nvPr/>
        </p:nvGrpSpPr>
        <p:grpSpPr>
          <a:xfrm rot="0">
            <a:off x="8752030" y="11839567"/>
            <a:ext cx="5782231" cy="1215484"/>
            <a:chOff x="0" y="0"/>
            <a:chExt cx="7709641" cy="1620646"/>
          </a:xfrm>
        </p:grpSpPr>
        <p:grpSp>
          <p:nvGrpSpPr>
            <p:cNvPr name="Group 66" id="66"/>
            <p:cNvGrpSpPr/>
            <p:nvPr/>
          </p:nvGrpSpPr>
          <p:grpSpPr>
            <a:xfrm rot="-5400000">
              <a:off x="186998" y="-186998"/>
              <a:ext cx="1620646" cy="1994641"/>
              <a:chOff x="0" y="0"/>
              <a:chExt cx="660400" cy="812800"/>
            </a:xfrm>
          </p:grpSpPr>
          <p:sp>
            <p:nvSpPr>
              <p:cNvPr name="Freeform 67" id="67"/>
              <p:cNvSpPr/>
              <p:nvPr/>
            </p:nvSpPr>
            <p:spPr>
              <a:xfrm flipH="false" flipV="false" rot="0">
                <a:off x="0" y="0"/>
                <a:ext cx="6604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6604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AD221E"/>
              </a:solidFill>
            </p:spPr>
          </p:sp>
          <p:sp>
            <p:nvSpPr>
              <p:cNvPr name="TextBox 68" id="68"/>
              <p:cNvSpPr txBox="true"/>
              <p:nvPr/>
            </p:nvSpPr>
            <p:spPr>
              <a:xfrm>
                <a:off x="0" y="98425"/>
                <a:ext cx="660400" cy="7143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4"/>
                  </a:lnSpc>
                </a:pPr>
              </a:p>
            </p:txBody>
          </p:sp>
        </p:grpSp>
        <p:grpSp>
          <p:nvGrpSpPr>
            <p:cNvPr name="Group 69" id="69"/>
            <p:cNvGrpSpPr/>
            <p:nvPr/>
          </p:nvGrpSpPr>
          <p:grpSpPr>
            <a:xfrm rot="0">
              <a:off x="1898202" y="0"/>
              <a:ext cx="5811439" cy="1620646"/>
              <a:chOff x="0" y="0"/>
              <a:chExt cx="826516" cy="230492"/>
            </a:xfrm>
          </p:grpSpPr>
          <p:sp>
            <p:nvSpPr>
              <p:cNvPr name="Freeform 70" id="70"/>
              <p:cNvSpPr/>
              <p:nvPr/>
            </p:nvSpPr>
            <p:spPr>
              <a:xfrm flipH="false" flipV="false" rot="0">
                <a:off x="0" y="0"/>
                <a:ext cx="826516" cy="230492"/>
              </a:xfrm>
              <a:custGeom>
                <a:avLst/>
                <a:gdLst/>
                <a:ahLst/>
                <a:cxnLst/>
                <a:rect r="r" b="b" t="t" l="l"/>
                <a:pathLst>
                  <a:path h="230492" w="826516">
                    <a:moveTo>
                      <a:pt x="0" y="0"/>
                    </a:moveTo>
                    <a:lnTo>
                      <a:pt x="826516" y="0"/>
                    </a:lnTo>
                    <a:lnTo>
                      <a:pt x="826516" y="230492"/>
                    </a:lnTo>
                    <a:lnTo>
                      <a:pt x="0" y="230492"/>
                    </a:lnTo>
                    <a:close/>
                  </a:path>
                </a:pathLst>
              </a:custGeom>
              <a:solidFill>
                <a:srgbClr val="AD221E"/>
              </a:solidFill>
            </p:spPr>
          </p:sp>
          <p:sp>
            <p:nvSpPr>
              <p:cNvPr name="TextBox 71" id="71"/>
              <p:cNvSpPr txBox="true"/>
              <p:nvPr/>
            </p:nvSpPr>
            <p:spPr>
              <a:xfrm>
                <a:off x="0" y="-28575"/>
                <a:ext cx="826516" cy="2590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4"/>
                  </a:lnSpc>
                </a:pPr>
              </a:p>
            </p:txBody>
          </p:sp>
        </p:grpSp>
      </p:grpSp>
      <p:grpSp>
        <p:nvGrpSpPr>
          <p:cNvPr name="Group 72" id="72"/>
          <p:cNvGrpSpPr/>
          <p:nvPr/>
        </p:nvGrpSpPr>
        <p:grpSpPr>
          <a:xfrm rot="0">
            <a:off x="7279280" y="12500206"/>
            <a:ext cx="7107094" cy="1747153"/>
            <a:chOff x="0" y="0"/>
            <a:chExt cx="1347716" cy="331312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347716" cy="331312"/>
            </a:xfrm>
            <a:custGeom>
              <a:avLst/>
              <a:gdLst/>
              <a:ahLst/>
              <a:cxnLst/>
              <a:rect r="r" b="b" t="t" l="l"/>
              <a:pathLst>
                <a:path h="331312" w="1347716">
                  <a:moveTo>
                    <a:pt x="0" y="0"/>
                  </a:moveTo>
                  <a:lnTo>
                    <a:pt x="1347716" y="0"/>
                  </a:lnTo>
                  <a:lnTo>
                    <a:pt x="1347716" y="331312"/>
                  </a:lnTo>
                  <a:lnTo>
                    <a:pt x="0" y="331312"/>
                  </a:lnTo>
                  <a:close/>
                </a:path>
              </a:pathLst>
            </a:custGeom>
            <a:solidFill>
              <a:srgbClr val="AD221E"/>
            </a:solid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28575"/>
              <a:ext cx="1347716" cy="3598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4"/>
                </a:lnSpc>
              </a:pP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349165" y="7627597"/>
            <a:ext cx="6203149" cy="1747153"/>
            <a:chOff x="0" y="0"/>
            <a:chExt cx="1176301" cy="331312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176301" cy="331312"/>
            </a:xfrm>
            <a:custGeom>
              <a:avLst/>
              <a:gdLst/>
              <a:ahLst/>
              <a:cxnLst/>
              <a:rect r="r" b="b" t="t" l="l"/>
              <a:pathLst>
                <a:path h="331312" w="1176301">
                  <a:moveTo>
                    <a:pt x="0" y="0"/>
                  </a:moveTo>
                  <a:lnTo>
                    <a:pt x="1176301" y="0"/>
                  </a:lnTo>
                  <a:lnTo>
                    <a:pt x="1176301" y="331312"/>
                  </a:lnTo>
                  <a:lnTo>
                    <a:pt x="0" y="331312"/>
                  </a:lnTo>
                  <a:close/>
                </a:path>
              </a:pathLst>
            </a:custGeom>
            <a:solidFill>
              <a:srgbClr val="AD221E"/>
            </a:solid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28575"/>
              <a:ext cx="1176301" cy="3598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4"/>
                </a:lnSpc>
              </a:pPr>
            </a:p>
          </p:txBody>
        </p:sp>
      </p:grpSp>
      <p:sp>
        <p:nvSpPr>
          <p:cNvPr name="Freeform 78" id="78"/>
          <p:cNvSpPr/>
          <p:nvPr/>
        </p:nvSpPr>
        <p:spPr>
          <a:xfrm flipH="false" flipV="false" rot="0">
            <a:off x="7990514" y="2167379"/>
            <a:ext cx="5413566" cy="5237625"/>
          </a:xfrm>
          <a:custGeom>
            <a:avLst/>
            <a:gdLst/>
            <a:ahLst/>
            <a:cxnLst/>
            <a:rect r="r" b="b" t="t" l="l"/>
            <a:pathLst>
              <a:path h="5237625" w="5413566">
                <a:moveTo>
                  <a:pt x="0" y="0"/>
                </a:moveTo>
                <a:lnTo>
                  <a:pt x="5413566" y="0"/>
                </a:lnTo>
                <a:lnTo>
                  <a:pt x="5413566" y="5237625"/>
                </a:lnTo>
                <a:lnTo>
                  <a:pt x="0" y="52376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9" id="79"/>
          <p:cNvGrpSpPr/>
          <p:nvPr/>
        </p:nvGrpSpPr>
        <p:grpSpPr>
          <a:xfrm rot="0">
            <a:off x="1047750" y="3495675"/>
            <a:ext cx="5143500" cy="5143500"/>
            <a:chOff x="0" y="0"/>
            <a:chExt cx="975360" cy="97536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487680" y="0"/>
                  </a:moveTo>
                  <a:cubicBezTo>
                    <a:pt x="218342" y="0"/>
                    <a:pt x="0" y="218342"/>
                    <a:pt x="0" y="487680"/>
                  </a:cubicBezTo>
                  <a:cubicBezTo>
                    <a:pt x="0" y="757018"/>
                    <a:pt x="218342" y="975360"/>
                    <a:pt x="487680" y="975360"/>
                  </a:cubicBezTo>
                  <a:cubicBezTo>
                    <a:pt x="757018" y="975360"/>
                    <a:pt x="975360" y="757018"/>
                    <a:pt x="975360" y="487680"/>
                  </a:cubicBezTo>
                  <a:cubicBezTo>
                    <a:pt x="975360" y="218342"/>
                    <a:pt x="757018" y="0"/>
                    <a:pt x="48768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1" id="81"/>
            <p:cNvSpPr txBox="true"/>
            <p:nvPr/>
          </p:nvSpPr>
          <p:spPr>
            <a:xfrm>
              <a:off x="91440" y="62865"/>
              <a:ext cx="792480" cy="8210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4"/>
                </a:lnSpc>
              </a:pPr>
            </a:p>
          </p:txBody>
        </p:sp>
      </p:grpSp>
      <p:sp>
        <p:nvSpPr>
          <p:cNvPr name="Freeform 82" id="82"/>
          <p:cNvSpPr/>
          <p:nvPr/>
        </p:nvSpPr>
        <p:spPr>
          <a:xfrm flipH="false" flipV="false" rot="0">
            <a:off x="914268" y="3125097"/>
            <a:ext cx="5413566" cy="5931845"/>
          </a:xfrm>
          <a:custGeom>
            <a:avLst/>
            <a:gdLst/>
            <a:ahLst/>
            <a:cxnLst/>
            <a:rect r="r" b="b" t="t" l="l"/>
            <a:pathLst>
              <a:path h="5931845" w="5413566">
                <a:moveTo>
                  <a:pt x="0" y="0"/>
                </a:moveTo>
                <a:lnTo>
                  <a:pt x="5413566" y="0"/>
                </a:lnTo>
                <a:lnTo>
                  <a:pt x="5413566" y="5931846"/>
                </a:lnTo>
                <a:lnTo>
                  <a:pt x="0" y="59318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627" t="0" r="-6627" b="0"/>
            </a:stretch>
          </a:blipFill>
        </p:spPr>
      </p:sp>
      <p:sp>
        <p:nvSpPr>
          <p:cNvPr name="TextBox 83" id="83"/>
          <p:cNvSpPr txBox="true"/>
          <p:nvPr/>
        </p:nvSpPr>
        <p:spPr>
          <a:xfrm rot="0">
            <a:off x="848923" y="12418734"/>
            <a:ext cx="5364867" cy="557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8"/>
              </a:lnSpc>
            </a:pPr>
            <a:r>
              <a:rPr lang="en-US" b="true" sz="1736" spc="154">
                <a:solidFill>
                  <a:srgbClr val="F5C542"/>
                </a:solidFill>
                <a:latin typeface="UTM Avo Bold"/>
                <a:ea typeface="UTM Avo Bold"/>
                <a:cs typeface="UTM Avo Bold"/>
                <a:sym typeface="UTM Avo Bold"/>
              </a:rPr>
              <a:t>LIÊN ĐOÀN CỜ TỈNH GIA LAI</a:t>
            </a:r>
          </a:p>
          <a:p>
            <a:pPr algn="ctr">
              <a:lnSpc>
                <a:spcPts val="2162"/>
              </a:lnSpc>
            </a:pPr>
            <a:r>
              <a:rPr lang="en-US" sz="1585" spc="207">
                <a:solidFill>
                  <a:srgbClr val="F5C542"/>
                </a:solidFill>
                <a:latin typeface="UTM Avo"/>
                <a:ea typeface="UTM Avo"/>
                <a:cs typeface="UTM Avo"/>
                <a:sym typeface="UTM Avo"/>
              </a:rPr>
              <a:t>GIA LAI CHESS FEDERATION 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8914550" y="837032"/>
            <a:ext cx="3815060" cy="281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4"/>
              </a:lnSpc>
            </a:pPr>
            <a:r>
              <a:rPr lang="en-US" sz="1674" spc="150">
                <a:solidFill>
                  <a:srgbClr val="9C544E"/>
                </a:solidFill>
                <a:latin typeface="UTM Avo"/>
                <a:ea typeface="UTM Avo"/>
                <a:cs typeface="UTM Avo"/>
                <a:sym typeface="UTM Avo"/>
              </a:rPr>
              <a:t>ỦY BAN NHÂN DÂN TỈNH GIA LAI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8216429" y="1194549"/>
            <a:ext cx="5213379" cy="357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3"/>
              </a:lnSpc>
            </a:pPr>
            <a:r>
              <a:rPr lang="en-US" b="true" sz="2038" spc="161">
                <a:solidFill>
                  <a:srgbClr val="9B3735"/>
                </a:solidFill>
                <a:latin typeface="UTM Avo Bold"/>
                <a:ea typeface="UTM Avo Bold"/>
                <a:cs typeface="UTM Avo Bold"/>
                <a:sym typeface="UTM Avo Bold"/>
              </a:rPr>
              <a:t>LIÊN ĐOÀN CỜ TỈNH GIA LAI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0579373" y="1638300"/>
            <a:ext cx="253454" cy="199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9"/>
              </a:lnSpc>
            </a:pPr>
            <a:r>
              <a:rPr lang="en-US" sz="1149">
                <a:solidFill>
                  <a:srgbClr val="717171"/>
                </a:solidFill>
                <a:latin typeface="Barlow Bold"/>
                <a:ea typeface="Barlow Bold"/>
                <a:cs typeface="Barlow Bold"/>
                <a:sym typeface="Barlow Bold"/>
              </a:rPr>
              <a:t>oOo</a:t>
            </a:r>
          </a:p>
        </p:txBody>
      </p:sp>
      <p:sp>
        <p:nvSpPr>
          <p:cNvPr name="TextBox 87" id="87"/>
          <p:cNvSpPr txBox="true"/>
          <p:nvPr/>
        </p:nvSpPr>
        <p:spPr>
          <a:xfrm rot="-2404373">
            <a:off x="9212925" y="3816395"/>
            <a:ext cx="314325" cy="257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4"/>
              </a:lnSpc>
            </a:pPr>
            <a:r>
              <a:rPr lang="en-US" sz="1488">
                <a:solidFill>
                  <a:srgbClr val="F3F3F3"/>
                </a:solidFill>
                <a:latin typeface="Josefin Sans"/>
                <a:ea typeface="Josefin Sans"/>
                <a:cs typeface="Josefin Sans"/>
                <a:sym typeface="Josefin Sans"/>
              </a:rPr>
              <a:t>ww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9677995" y="7629918"/>
            <a:ext cx="2309664" cy="871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14"/>
              </a:lnSpc>
            </a:pPr>
            <a:r>
              <a:rPr lang="en-US" b="true" sz="5081" spc="-137">
                <a:solidFill>
                  <a:srgbClr val="A0141C"/>
                </a:solidFill>
                <a:latin typeface="MTD Bigilla Bold Bold"/>
                <a:ea typeface="MTD Bigilla Bold Bold"/>
                <a:cs typeface="MTD Bigilla Bold Bold"/>
                <a:sym typeface="MTD Bigilla Bold Bold"/>
              </a:rPr>
              <a:t>GIẤY MỜI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7125422" y="8665666"/>
            <a:ext cx="7162078" cy="1281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6"/>
              </a:lnSpc>
            </a:pPr>
            <a:r>
              <a:rPr lang="en-US" b="true" sz="2440">
                <a:solidFill>
                  <a:srgbClr val="8B1A1A"/>
                </a:solidFill>
                <a:latin typeface="UTM Avo Bold"/>
                <a:ea typeface="UTM Avo Bold"/>
                <a:cs typeface="UTM Avo Bold"/>
                <a:sym typeface="UTM Avo Bold"/>
              </a:rPr>
              <a:t>GIẢI VÔ ĐỊCH CỜ TƯỚNG, CỜ TƯỚNG ÚP</a:t>
            </a:r>
          </a:p>
          <a:p>
            <a:pPr algn="ctr">
              <a:lnSpc>
                <a:spcPts val="3416"/>
              </a:lnSpc>
            </a:pPr>
            <a:r>
              <a:rPr lang="en-US" b="true" sz="2440">
                <a:solidFill>
                  <a:srgbClr val="8B1A1A"/>
                </a:solidFill>
                <a:latin typeface="UTM Avo Bold"/>
                <a:ea typeface="UTM Avo Bold"/>
                <a:cs typeface="UTM Avo Bold"/>
                <a:sym typeface="UTM Avo Bold"/>
              </a:rPr>
              <a:t>DOANH NHÂN TOÀN QUỐC</a:t>
            </a:r>
          </a:p>
          <a:p>
            <a:pPr algn="ctr">
              <a:lnSpc>
                <a:spcPts val="3416"/>
              </a:lnSpc>
            </a:pPr>
            <a:r>
              <a:rPr lang="en-US" b="true" sz="2440">
                <a:solidFill>
                  <a:srgbClr val="8B1A1A"/>
                </a:solidFill>
                <a:latin typeface="UTM Avo Bold"/>
                <a:ea typeface="UTM Avo Bold"/>
                <a:cs typeface="UTM Avo Bold"/>
                <a:sym typeface="UTM Avo Bold"/>
              </a:rPr>
              <a:t>CÚP ĐẠI PHÚ GIA 2026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797588" y="13088898"/>
            <a:ext cx="5530247" cy="389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6"/>
              </a:lnSpc>
            </a:pPr>
            <a:r>
              <a:rPr lang="en-US" sz="1161" spc="105">
                <a:solidFill>
                  <a:srgbClr val="FFFFFF"/>
                </a:solidFill>
                <a:latin typeface="UTM Avo"/>
                <a:ea typeface="UTM Avo"/>
                <a:cs typeface="UTM Avo"/>
                <a:sym typeface="UTM Avo"/>
              </a:rPr>
              <a:t>Số 302 đường Trần Hưng Đạo, P. Quy Nhơn, Gia Lai</a:t>
            </a:r>
          </a:p>
          <a:p>
            <a:pPr algn="ctr">
              <a:lnSpc>
                <a:spcPts val="1626"/>
              </a:lnSpc>
            </a:pPr>
            <a:r>
              <a:rPr lang="en-US" sz="1161" spc="105">
                <a:solidFill>
                  <a:srgbClr val="FFFFFF"/>
                </a:solidFill>
                <a:latin typeface="UTM Avo"/>
                <a:ea typeface="UTM Avo"/>
                <a:cs typeface="UTM Avo"/>
                <a:sym typeface="UTM Avo"/>
              </a:rPr>
              <a:t>Điện thoại: 0913491234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10579373" y="12089015"/>
            <a:ext cx="3445685" cy="239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23"/>
              </a:lnSpc>
              <a:spcBef>
                <a:spcPct val="0"/>
              </a:spcBef>
            </a:pPr>
            <a:r>
              <a:rPr lang="en-US" sz="1445" i="true" spc="131">
                <a:solidFill>
                  <a:srgbClr val="F5C542"/>
                </a:solidFill>
                <a:latin typeface="UTM Avo Italics"/>
                <a:ea typeface="UTM Avo Italics"/>
                <a:cs typeface="UTM Avo Italics"/>
                <a:sym typeface="UTM Avo Italics"/>
              </a:rPr>
              <a:t>Gia</a:t>
            </a:r>
            <a:r>
              <a:rPr lang="en-US" sz="1445" i="true" spc="131">
                <a:solidFill>
                  <a:srgbClr val="F5C542"/>
                </a:solidFill>
                <a:latin typeface="UTM Avo Italics"/>
                <a:ea typeface="UTM Avo Italics"/>
                <a:cs typeface="UTM Avo Italics"/>
                <a:sym typeface="UTM Avo Italics"/>
              </a:rPr>
              <a:t> Lai,</a:t>
            </a:r>
            <a:r>
              <a:rPr lang="en-US" sz="1445" i="true" spc="131" strike="noStrike" u="none">
                <a:solidFill>
                  <a:srgbClr val="F5C542"/>
                </a:solidFill>
                <a:latin typeface="UTM Avo Italics"/>
                <a:ea typeface="UTM Avo Italics"/>
                <a:cs typeface="UTM Avo Italics"/>
                <a:sym typeface="UTM Avo Italics"/>
              </a:rPr>
              <a:t> tháng 10 năm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528602" y="-4772756"/>
            <a:ext cx="27140596" cy="27416567"/>
            <a:chOff x="0" y="0"/>
            <a:chExt cx="2709333" cy="27368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09333" cy="2736882"/>
            </a:xfrm>
            <a:custGeom>
              <a:avLst/>
              <a:gdLst/>
              <a:ahLst/>
              <a:cxnLst/>
              <a:rect r="r" b="b" t="t" l="l"/>
              <a:pathLst>
                <a:path h="2736882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2736882"/>
                  </a:lnTo>
                  <a:lnTo>
                    <a:pt x="0" y="2736882"/>
                  </a:lnTo>
                  <a:close/>
                </a:path>
              </a:pathLst>
            </a:custGeom>
            <a:solidFill>
              <a:srgbClr val="FFF8E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709333" cy="27654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10800000">
            <a:off x="0" y="13174159"/>
            <a:ext cx="7158926" cy="1215484"/>
            <a:chOff x="0" y="0"/>
            <a:chExt cx="9545235" cy="1620646"/>
          </a:xfrm>
        </p:grpSpPr>
        <p:grpSp>
          <p:nvGrpSpPr>
            <p:cNvPr name="Group 6" id="6"/>
            <p:cNvGrpSpPr/>
            <p:nvPr/>
          </p:nvGrpSpPr>
          <p:grpSpPr>
            <a:xfrm rot="-5400000">
              <a:off x="424450" y="-424450"/>
              <a:ext cx="1620646" cy="2469546"/>
              <a:chOff x="0" y="0"/>
              <a:chExt cx="660400" cy="100632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60400" cy="1006320"/>
              </a:xfrm>
              <a:custGeom>
                <a:avLst/>
                <a:gdLst/>
                <a:ahLst/>
                <a:cxnLst/>
                <a:rect r="r" b="b" t="t" l="l"/>
                <a:pathLst>
                  <a:path h="1006320" w="6604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32801"/>
                    </a:cubicBezTo>
                    <a:lnTo>
                      <a:pt x="660400" y="1006320"/>
                    </a:lnTo>
                    <a:lnTo>
                      <a:pt x="0" y="1006320"/>
                    </a:lnTo>
                    <a:lnTo>
                      <a:pt x="0" y="333300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F1E3BC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98425"/>
                <a:ext cx="660400" cy="90789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2350146" y="0"/>
              <a:ext cx="7195089" cy="1620646"/>
              <a:chOff x="0" y="0"/>
              <a:chExt cx="1023302" cy="230492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023302" cy="230492"/>
              </a:xfrm>
              <a:custGeom>
                <a:avLst/>
                <a:gdLst/>
                <a:ahLst/>
                <a:cxnLst/>
                <a:rect r="r" b="b" t="t" l="l"/>
                <a:pathLst>
                  <a:path h="230492" w="1023302">
                    <a:moveTo>
                      <a:pt x="0" y="0"/>
                    </a:moveTo>
                    <a:lnTo>
                      <a:pt x="1023302" y="0"/>
                    </a:lnTo>
                    <a:lnTo>
                      <a:pt x="1023302" y="230492"/>
                    </a:lnTo>
                    <a:lnTo>
                      <a:pt x="0" y="230492"/>
                    </a:lnTo>
                    <a:close/>
                  </a:path>
                </a:pathLst>
              </a:custGeom>
              <a:solidFill>
                <a:srgbClr val="F1E3BC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1023302" cy="2590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4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-10800000">
            <a:off x="0" y="13293266"/>
            <a:ext cx="7158926" cy="1215484"/>
            <a:chOff x="0" y="0"/>
            <a:chExt cx="9545235" cy="1620646"/>
          </a:xfrm>
        </p:grpSpPr>
        <p:grpSp>
          <p:nvGrpSpPr>
            <p:cNvPr name="Group 13" id="13"/>
            <p:cNvGrpSpPr/>
            <p:nvPr/>
          </p:nvGrpSpPr>
          <p:grpSpPr>
            <a:xfrm rot="-5400000">
              <a:off x="424450" y="-424450"/>
              <a:ext cx="1620646" cy="2469546"/>
              <a:chOff x="0" y="0"/>
              <a:chExt cx="660400" cy="100632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660400" cy="1006320"/>
              </a:xfrm>
              <a:custGeom>
                <a:avLst/>
                <a:gdLst/>
                <a:ahLst/>
                <a:cxnLst/>
                <a:rect r="r" b="b" t="t" l="l"/>
                <a:pathLst>
                  <a:path h="1006320" w="6604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32801"/>
                    </a:cubicBezTo>
                    <a:lnTo>
                      <a:pt x="660400" y="1006320"/>
                    </a:lnTo>
                    <a:lnTo>
                      <a:pt x="0" y="1006320"/>
                    </a:lnTo>
                    <a:lnTo>
                      <a:pt x="0" y="333300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AD221E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98425"/>
                <a:ext cx="660400" cy="90789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4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2350146" y="0"/>
              <a:ext cx="7195089" cy="1620646"/>
              <a:chOff x="0" y="0"/>
              <a:chExt cx="1023302" cy="230492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023302" cy="230492"/>
              </a:xfrm>
              <a:custGeom>
                <a:avLst/>
                <a:gdLst/>
                <a:ahLst/>
                <a:cxnLst/>
                <a:rect r="r" b="b" t="t" l="l"/>
                <a:pathLst>
                  <a:path h="230492" w="1023302">
                    <a:moveTo>
                      <a:pt x="0" y="0"/>
                    </a:moveTo>
                    <a:lnTo>
                      <a:pt x="1023302" y="0"/>
                    </a:lnTo>
                    <a:lnTo>
                      <a:pt x="1023302" y="230492"/>
                    </a:lnTo>
                    <a:lnTo>
                      <a:pt x="0" y="230492"/>
                    </a:lnTo>
                    <a:close/>
                  </a:path>
                </a:pathLst>
              </a:custGeom>
              <a:solidFill>
                <a:srgbClr val="AD221E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28575"/>
                <a:ext cx="1023302" cy="2590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4"/>
                  </a:lnSpc>
                </a:pPr>
              </a:p>
            </p:txBody>
          </p:sp>
        </p:grpSp>
      </p:grpSp>
      <p:grpSp>
        <p:nvGrpSpPr>
          <p:cNvPr name="Group 19" id="19"/>
          <p:cNvGrpSpPr/>
          <p:nvPr/>
        </p:nvGrpSpPr>
        <p:grpSpPr>
          <a:xfrm rot="0">
            <a:off x="7128574" y="12858750"/>
            <a:ext cx="7158926" cy="1215484"/>
            <a:chOff x="0" y="0"/>
            <a:chExt cx="9545235" cy="1620646"/>
          </a:xfrm>
        </p:grpSpPr>
        <p:grpSp>
          <p:nvGrpSpPr>
            <p:cNvPr name="Group 20" id="20"/>
            <p:cNvGrpSpPr/>
            <p:nvPr/>
          </p:nvGrpSpPr>
          <p:grpSpPr>
            <a:xfrm rot="-5400000">
              <a:off x="424450" y="-424450"/>
              <a:ext cx="1620646" cy="2469546"/>
              <a:chOff x="0" y="0"/>
              <a:chExt cx="660400" cy="100632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660400" cy="1006320"/>
              </a:xfrm>
              <a:custGeom>
                <a:avLst/>
                <a:gdLst/>
                <a:ahLst/>
                <a:cxnLst/>
                <a:rect r="r" b="b" t="t" l="l"/>
                <a:pathLst>
                  <a:path h="1006320" w="6604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32801"/>
                    </a:cubicBezTo>
                    <a:lnTo>
                      <a:pt x="660400" y="1006320"/>
                    </a:lnTo>
                    <a:lnTo>
                      <a:pt x="0" y="1006320"/>
                    </a:lnTo>
                    <a:lnTo>
                      <a:pt x="0" y="333300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F1E3BC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98425"/>
                <a:ext cx="660400" cy="90789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4"/>
                  </a:lnSpc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2350146" y="0"/>
              <a:ext cx="7195089" cy="1620646"/>
              <a:chOff x="0" y="0"/>
              <a:chExt cx="1023302" cy="230492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023302" cy="230492"/>
              </a:xfrm>
              <a:custGeom>
                <a:avLst/>
                <a:gdLst/>
                <a:ahLst/>
                <a:cxnLst/>
                <a:rect r="r" b="b" t="t" l="l"/>
                <a:pathLst>
                  <a:path h="230492" w="1023302">
                    <a:moveTo>
                      <a:pt x="0" y="0"/>
                    </a:moveTo>
                    <a:lnTo>
                      <a:pt x="1023302" y="0"/>
                    </a:lnTo>
                    <a:lnTo>
                      <a:pt x="1023302" y="230492"/>
                    </a:lnTo>
                    <a:lnTo>
                      <a:pt x="0" y="230492"/>
                    </a:lnTo>
                    <a:close/>
                  </a:path>
                </a:pathLst>
              </a:custGeom>
              <a:solidFill>
                <a:srgbClr val="F1E3BC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28575"/>
                <a:ext cx="1023302" cy="2590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4"/>
                  </a:lnSpc>
                </a:pPr>
              </a:p>
            </p:txBody>
          </p:sp>
        </p:grpSp>
      </p:grpSp>
      <p:grpSp>
        <p:nvGrpSpPr>
          <p:cNvPr name="Group 26" id="26"/>
          <p:cNvGrpSpPr/>
          <p:nvPr/>
        </p:nvGrpSpPr>
        <p:grpSpPr>
          <a:xfrm rot="0">
            <a:off x="7128574" y="12974864"/>
            <a:ext cx="7158926" cy="1215484"/>
            <a:chOff x="0" y="0"/>
            <a:chExt cx="9545235" cy="1620646"/>
          </a:xfrm>
        </p:grpSpPr>
        <p:grpSp>
          <p:nvGrpSpPr>
            <p:cNvPr name="Group 27" id="27"/>
            <p:cNvGrpSpPr/>
            <p:nvPr/>
          </p:nvGrpSpPr>
          <p:grpSpPr>
            <a:xfrm rot="-5400000">
              <a:off x="424450" y="-424450"/>
              <a:ext cx="1620646" cy="2469546"/>
              <a:chOff x="0" y="0"/>
              <a:chExt cx="660400" cy="100632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660400" cy="1006320"/>
              </a:xfrm>
              <a:custGeom>
                <a:avLst/>
                <a:gdLst/>
                <a:ahLst/>
                <a:cxnLst/>
                <a:rect r="r" b="b" t="t" l="l"/>
                <a:pathLst>
                  <a:path h="1006320" w="6604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32801"/>
                    </a:cubicBezTo>
                    <a:lnTo>
                      <a:pt x="660400" y="1006320"/>
                    </a:lnTo>
                    <a:lnTo>
                      <a:pt x="0" y="1006320"/>
                    </a:lnTo>
                    <a:lnTo>
                      <a:pt x="0" y="333300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AD221E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98425"/>
                <a:ext cx="660400" cy="90789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4"/>
                  </a:lnSpc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2350146" y="0"/>
              <a:ext cx="7195089" cy="1620646"/>
              <a:chOff x="0" y="0"/>
              <a:chExt cx="1023302" cy="230492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1023302" cy="230492"/>
              </a:xfrm>
              <a:custGeom>
                <a:avLst/>
                <a:gdLst/>
                <a:ahLst/>
                <a:cxnLst/>
                <a:rect r="r" b="b" t="t" l="l"/>
                <a:pathLst>
                  <a:path h="230492" w="1023302">
                    <a:moveTo>
                      <a:pt x="0" y="0"/>
                    </a:moveTo>
                    <a:lnTo>
                      <a:pt x="1023302" y="0"/>
                    </a:lnTo>
                    <a:lnTo>
                      <a:pt x="1023302" y="230492"/>
                    </a:lnTo>
                    <a:lnTo>
                      <a:pt x="0" y="230492"/>
                    </a:lnTo>
                    <a:close/>
                  </a:path>
                </a:pathLst>
              </a:custGeom>
              <a:solidFill>
                <a:srgbClr val="AD221E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28575"/>
                <a:ext cx="1023302" cy="2590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4"/>
                  </a:lnSpc>
                </a:pPr>
              </a:p>
            </p:txBody>
          </p:sp>
        </p:grpSp>
      </p:grpSp>
      <p:grpSp>
        <p:nvGrpSpPr>
          <p:cNvPr name="Group 33" id="33"/>
          <p:cNvGrpSpPr/>
          <p:nvPr/>
        </p:nvGrpSpPr>
        <p:grpSpPr>
          <a:xfrm rot="-10800000">
            <a:off x="0" y="13423357"/>
            <a:ext cx="7168451" cy="1215484"/>
            <a:chOff x="0" y="0"/>
            <a:chExt cx="9557935" cy="1620646"/>
          </a:xfrm>
        </p:grpSpPr>
        <p:grpSp>
          <p:nvGrpSpPr>
            <p:cNvPr name="Group 34" id="34"/>
            <p:cNvGrpSpPr/>
            <p:nvPr/>
          </p:nvGrpSpPr>
          <p:grpSpPr>
            <a:xfrm rot="-5400000">
              <a:off x="426093" y="-426093"/>
              <a:ext cx="1620646" cy="2472832"/>
              <a:chOff x="0" y="0"/>
              <a:chExt cx="660400" cy="1007659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660400" cy="1007659"/>
              </a:xfrm>
              <a:custGeom>
                <a:avLst/>
                <a:gdLst/>
                <a:ahLst/>
                <a:cxnLst/>
                <a:rect r="r" b="b" t="t" l="l"/>
                <a:pathLst>
                  <a:path h="1007659" w="6604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32830"/>
                    </a:cubicBezTo>
                    <a:lnTo>
                      <a:pt x="660400" y="1007659"/>
                    </a:lnTo>
                    <a:lnTo>
                      <a:pt x="0" y="1007659"/>
                    </a:lnTo>
                    <a:lnTo>
                      <a:pt x="0" y="33333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F1E3BC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98425"/>
                <a:ext cx="660400" cy="90923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4"/>
                  </a:lnSpc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2353273" y="0"/>
              <a:ext cx="7204662" cy="1620646"/>
              <a:chOff x="0" y="0"/>
              <a:chExt cx="1024663" cy="230492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1024663" cy="230492"/>
              </a:xfrm>
              <a:custGeom>
                <a:avLst/>
                <a:gdLst/>
                <a:ahLst/>
                <a:cxnLst/>
                <a:rect r="r" b="b" t="t" l="l"/>
                <a:pathLst>
                  <a:path h="230492" w="1024663">
                    <a:moveTo>
                      <a:pt x="0" y="0"/>
                    </a:moveTo>
                    <a:lnTo>
                      <a:pt x="1024663" y="0"/>
                    </a:lnTo>
                    <a:lnTo>
                      <a:pt x="1024663" y="230492"/>
                    </a:lnTo>
                    <a:lnTo>
                      <a:pt x="0" y="230492"/>
                    </a:lnTo>
                    <a:close/>
                  </a:path>
                </a:pathLst>
              </a:custGeom>
              <a:solidFill>
                <a:srgbClr val="F1E3BC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28575"/>
                <a:ext cx="1024663" cy="2590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4"/>
                  </a:lnSpc>
                </a:pPr>
              </a:p>
            </p:txBody>
          </p:sp>
        </p:grpSp>
      </p:grpSp>
      <p:grpSp>
        <p:nvGrpSpPr>
          <p:cNvPr name="Group 40" id="40"/>
          <p:cNvGrpSpPr/>
          <p:nvPr/>
        </p:nvGrpSpPr>
        <p:grpSpPr>
          <a:xfrm rot="-10800000">
            <a:off x="0" y="13542464"/>
            <a:ext cx="7168451" cy="1215484"/>
            <a:chOff x="0" y="0"/>
            <a:chExt cx="9557935" cy="1620646"/>
          </a:xfrm>
        </p:grpSpPr>
        <p:grpSp>
          <p:nvGrpSpPr>
            <p:cNvPr name="Group 41" id="41"/>
            <p:cNvGrpSpPr/>
            <p:nvPr/>
          </p:nvGrpSpPr>
          <p:grpSpPr>
            <a:xfrm rot="-5400000">
              <a:off x="426093" y="-426093"/>
              <a:ext cx="1620646" cy="2472832"/>
              <a:chOff x="0" y="0"/>
              <a:chExt cx="660400" cy="1007659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660400" cy="1007659"/>
              </a:xfrm>
              <a:custGeom>
                <a:avLst/>
                <a:gdLst/>
                <a:ahLst/>
                <a:cxnLst/>
                <a:rect r="r" b="b" t="t" l="l"/>
                <a:pathLst>
                  <a:path h="1007659" w="6604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32830"/>
                    </a:cubicBezTo>
                    <a:lnTo>
                      <a:pt x="660400" y="1007659"/>
                    </a:lnTo>
                    <a:lnTo>
                      <a:pt x="0" y="1007659"/>
                    </a:lnTo>
                    <a:lnTo>
                      <a:pt x="0" y="33333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AD221E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98425"/>
                <a:ext cx="660400" cy="90923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4"/>
                  </a:lnSpc>
                </a:pPr>
              </a:p>
            </p:txBody>
          </p:sp>
        </p:grpSp>
        <p:grpSp>
          <p:nvGrpSpPr>
            <p:cNvPr name="Group 44" id="44"/>
            <p:cNvGrpSpPr/>
            <p:nvPr/>
          </p:nvGrpSpPr>
          <p:grpSpPr>
            <a:xfrm rot="0">
              <a:off x="2353273" y="0"/>
              <a:ext cx="7204662" cy="1620646"/>
              <a:chOff x="0" y="0"/>
              <a:chExt cx="1024663" cy="230492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1024663" cy="230492"/>
              </a:xfrm>
              <a:custGeom>
                <a:avLst/>
                <a:gdLst/>
                <a:ahLst/>
                <a:cxnLst/>
                <a:rect r="r" b="b" t="t" l="l"/>
                <a:pathLst>
                  <a:path h="230492" w="1024663">
                    <a:moveTo>
                      <a:pt x="0" y="0"/>
                    </a:moveTo>
                    <a:lnTo>
                      <a:pt x="1024663" y="0"/>
                    </a:lnTo>
                    <a:lnTo>
                      <a:pt x="1024663" y="230492"/>
                    </a:lnTo>
                    <a:lnTo>
                      <a:pt x="0" y="230492"/>
                    </a:lnTo>
                    <a:close/>
                  </a:path>
                </a:pathLst>
              </a:custGeom>
              <a:solidFill>
                <a:srgbClr val="AD221E"/>
              </a:soli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28575"/>
                <a:ext cx="1024663" cy="2590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4"/>
                  </a:lnSpc>
                </a:pPr>
              </a:p>
            </p:txBody>
          </p:sp>
        </p:grpSp>
      </p:grpSp>
      <p:grpSp>
        <p:nvGrpSpPr>
          <p:cNvPr name="Group 47" id="47"/>
          <p:cNvGrpSpPr/>
          <p:nvPr/>
        </p:nvGrpSpPr>
        <p:grpSpPr>
          <a:xfrm rot="-10800000">
            <a:off x="0" y="13684837"/>
            <a:ext cx="7177976" cy="1215484"/>
            <a:chOff x="0" y="0"/>
            <a:chExt cx="9570635" cy="1620646"/>
          </a:xfrm>
        </p:grpSpPr>
        <p:grpSp>
          <p:nvGrpSpPr>
            <p:cNvPr name="Group 48" id="48"/>
            <p:cNvGrpSpPr/>
            <p:nvPr/>
          </p:nvGrpSpPr>
          <p:grpSpPr>
            <a:xfrm rot="-5400000">
              <a:off x="427736" y="-427736"/>
              <a:ext cx="1620646" cy="2476118"/>
              <a:chOff x="0" y="0"/>
              <a:chExt cx="660400" cy="1008998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660400" cy="1008998"/>
              </a:xfrm>
              <a:custGeom>
                <a:avLst/>
                <a:gdLst/>
                <a:ahLst/>
                <a:cxnLst/>
                <a:rect r="r" b="b" t="t" l="l"/>
                <a:pathLst>
                  <a:path h="1008998" w="6604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32860"/>
                    </a:cubicBezTo>
                    <a:lnTo>
                      <a:pt x="660400" y="1008998"/>
                    </a:lnTo>
                    <a:lnTo>
                      <a:pt x="0" y="1008998"/>
                    </a:lnTo>
                    <a:lnTo>
                      <a:pt x="0" y="333362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F1E3BC"/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98425"/>
                <a:ext cx="660400" cy="91057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4"/>
                  </a:lnSpc>
                </a:pPr>
              </a:p>
            </p:txBody>
          </p:sp>
        </p:grpSp>
        <p:grpSp>
          <p:nvGrpSpPr>
            <p:cNvPr name="Group 51" id="51"/>
            <p:cNvGrpSpPr/>
            <p:nvPr/>
          </p:nvGrpSpPr>
          <p:grpSpPr>
            <a:xfrm rot="0">
              <a:off x="2356400" y="0"/>
              <a:ext cx="7214235" cy="1620646"/>
              <a:chOff x="0" y="0"/>
              <a:chExt cx="1026025" cy="230492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1026025" cy="230492"/>
              </a:xfrm>
              <a:custGeom>
                <a:avLst/>
                <a:gdLst/>
                <a:ahLst/>
                <a:cxnLst/>
                <a:rect r="r" b="b" t="t" l="l"/>
                <a:pathLst>
                  <a:path h="230492" w="1026025">
                    <a:moveTo>
                      <a:pt x="0" y="0"/>
                    </a:moveTo>
                    <a:lnTo>
                      <a:pt x="1026025" y="0"/>
                    </a:lnTo>
                    <a:lnTo>
                      <a:pt x="1026025" y="230492"/>
                    </a:lnTo>
                    <a:lnTo>
                      <a:pt x="0" y="230492"/>
                    </a:lnTo>
                    <a:close/>
                  </a:path>
                </a:pathLst>
              </a:custGeom>
              <a:solidFill>
                <a:srgbClr val="F1E3BC"/>
              </a:solidFill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28575"/>
                <a:ext cx="1026025" cy="2590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4"/>
                  </a:lnSpc>
                </a:pPr>
              </a:p>
            </p:txBody>
          </p:sp>
        </p:grpSp>
      </p:grpSp>
      <p:grpSp>
        <p:nvGrpSpPr>
          <p:cNvPr name="Group 54" id="54"/>
          <p:cNvGrpSpPr/>
          <p:nvPr/>
        </p:nvGrpSpPr>
        <p:grpSpPr>
          <a:xfrm rot="-10800000">
            <a:off x="0" y="13803945"/>
            <a:ext cx="7177976" cy="1215484"/>
            <a:chOff x="0" y="0"/>
            <a:chExt cx="9570635" cy="1620646"/>
          </a:xfrm>
        </p:grpSpPr>
        <p:grpSp>
          <p:nvGrpSpPr>
            <p:cNvPr name="Group 55" id="55"/>
            <p:cNvGrpSpPr/>
            <p:nvPr/>
          </p:nvGrpSpPr>
          <p:grpSpPr>
            <a:xfrm rot="-5400000">
              <a:off x="427736" y="-427736"/>
              <a:ext cx="1620646" cy="2476118"/>
              <a:chOff x="0" y="0"/>
              <a:chExt cx="660400" cy="1008998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660400" cy="1008998"/>
              </a:xfrm>
              <a:custGeom>
                <a:avLst/>
                <a:gdLst/>
                <a:ahLst/>
                <a:cxnLst/>
                <a:rect r="r" b="b" t="t" l="l"/>
                <a:pathLst>
                  <a:path h="1008998" w="6604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32860"/>
                    </a:cubicBezTo>
                    <a:lnTo>
                      <a:pt x="660400" y="1008998"/>
                    </a:lnTo>
                    <a:lnTo>
                      <a:pt x="0" y="1008998"/>
                    </a:lnTo>
                    <a:lnTo>
                      <a:pt x="0" y="333362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AD221E"/>
              </a:solidFill>
            </p:spPr>
          </p:sp>
          <p:sp>
            <p:nvSpPr>
              <p:cNvPr name="TextBox 57" id="57"/>
              <p:cNvSpPr txBox="true"/>
              <p:nvPr/>
            </p:nvSpPr>
            <p:spPr>
              <a:xfrm>
                <a:off x="0" y="98425"/>
                <a:ext cx="660400" cy="91057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4"/>
                  </a:lnSpc>
                </a:pPr>
              </a:p>
            </p:txBody>
          </p:sp>
        </p:grpSp>
        <p:grpSp>
          <p:nvGrpSpPr>
            <p:cNvPr name="Group 58" id="58"/>
            <p:cNvGrpSpPr/>
            <p:nvPr/>
          </p:nvGrpSpPr>
          <p:grpSpPr>
            <a:xfrm rot="0">
              <a:off x="2356400" y="0"/>
              <a:ext cx="7214235" cy="1620646"/>
              <a:chOff x="0" y="0"/>
              <a:chExt cx="1026025" cy="230492"/>
            </a:xfrm>
          </p:grpSpPr>
          <p:sp>
            <p:nvSpPr>
              <p:cNvPr name="Freeform 59" id="59"/>
              <p:cNvSpPr/>
              <p:nvPr/>
            </p:nvSpPr>
            <p:spPr>
              <a:xfrm flipH="false" flipV="false" rot="0">
                <a:off x="0" y="0"/>
                <a:ext cx="1026025" cy="230492"/>
              </a:xfrm>
              <a:custGeom>
                <a:avLst/>
                <a:gdLst/>
                <a:ahLst/>
                <a:cxnLst/>
                <a:rect r="r" b="b" t="t" l="l"/>
                <a:pathLst>
                  <a:path h="230492" w="1026025">
                    <a:moveTo>
                      <a:pt x="0" y="0"/>
                    </a:moveTo>
                    <a:lnTo>
                      <a:pt x="1026025" y="0"/>
                    </a:lnTo>
                    <a:lnTo>
                      <a:pt x="1026025" y="230492"/>
                    </a:lnTo>
                    <a:lnTo>
                      <a:pt x="0" y="230492"/>
                    </a:lnTo>
                    <a:close/>
                  </a:path>
                </a:pathLst>
              </a:custGeom>
              <a:solidFill>
                <a:srgbClr val="AD221E"/>
              </a:solidFill>
            </p:spPr>
          </p:sp>
          <p:sp>
            <p:nvSpPr>
              <p:cNvPr name="TextBox 60" id="60"/>
              <p:cNvSpPr txBox="true"/>
              <p:nvPr/>
            </p:nvSpPr>
            <p:spPr>
              <a:xfrm>
                <a:off x="0" y="-28575"/>
                <a:ext cx="1026025" cy="2590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4"/>
                  </a:lnSpc>
                </a:pPr>
              </a:p>
            </p:txBody>
          </p:sp>
        </p:grpSp>
      </p:grpSp>
      <p:grpSp>
        <p:nvGrpSpPr>
          <p:cNvPr name="Group 61" id="61"/>
          <p:cNvGrpSpPr/>
          <p:nvPr/>
        </p:nvGrpSpPr>
        <p:grpSpPr>
          <a:xfrm rot="0">
            <a:off x="7128574" y="13101180"/>
            <a:ext cx="7158926" cy="1215484"/>
            <a:chOff x="0" y="0"/>
            <a:chExt cx="9545235" cy="1620646"/>
          </a:xfrm>
        </p:grpSpPr>
        <p:grpSp>
          <p:nvGrpSpPr>
            <p:cNvPr name="Group 62" id="62"/>
            <p:cNvGrpSpPr/>
            <p:nvPr/>
          </p:nvGrpSpPr>
          <p:grpSpPr>
            <a:xfrm rot="-5400000">
              <a:off x="424450" y="-424450"/>
              <a:ext cx="1620646" cy="2469546"/>
              <a:chOff x="0" y="0"/>
              <a:chExt cx="660400" cy="1006320"/>
            </a:xfrm>
          </p:grpSpPr>
          <p:sp>
            <p:nvSpPr>
              <p:cNvPr name="Freeform 63" id="63"/>
              <p:cNvSpPr/>
              <p:nvPr/>
            </p:nvSpPr>
            <p:spPr>
              <a:xfrm flipH="false" flipV="false" rot="0">
                <a:off x="0" y="0"/>
                <a:ext cx="660400" cy="1006320"/>
              </a:xfrm>
              <a:custGeom>
                <a:avLst/>
                <a:gdLst/>
                <a:ahLst/>
                <a:cxnLst/>
                <a:rect r="r" b="b" t="t" l="l"/>
                <a:pathLst>
                  <a:path h="1006320" w="6604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32801"/>
                    </a:cubicBezTo>
                    <a:lnTo>
                      <a:pt x="660400" y="1006320"/>
                    </a:lnTo>
                    <a:lnTo>
                      <a:pt x="0" y="1006320"/>
                    </a:lnTo>
                    <a:lnTo>
                      <a:pt x="0" y="333300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F1E3BC"/>
              </a:solidFill>
            </p:spPr>
          </p:sp>
          <p:sp>
            <p:nvSpPr>
              <p:cNvPr name="TextBox 64" id="64"/>
              <p:cNvSpPr txBox="true"/>
              <p:nvPr/>
            </p:nvSpPr>
            <p:spPr>
              <a:xfrm>
                <a:off x="0" y="98425"/>
                <a:ext cx="660400" cy="90789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4"/>
                  </a:lnSpc>
                </a:pPr>
              </a:p>
            </p:txBody>
          </p:sp>
        </p:grpSp>
        <p:grpSp>
          <p:nvGrpSpPr>
            <p:cNvPr name="Group 65" id="65"/>
            <p:cNvGrpSpPr/>
            <p:nvPr/>
          </p:nvGrpSpPr>
          <p:grpSpPr>
            <a:xfrm rot="0">
              <a:off x="2350146" y="0"/>
              <a:ext cx="7195089" cy="1620646"/>
              <a:chOff x="0" y="0"/>
              <a:chExt cx="1023302" cy="230492"/>
            </a:xfrm>
          </p:grpSpPr>
          <p:sp>
            <p:nvSpPr>
              <p:cNvPr name="Freeform 66" id="66"/>
              <p:cNvSpPr/>
              <p:nvPr/>
            </p:nvSpPr>
            <p:spPr>
              <a:xfrm flipH="false" flipV="false" rot="0">
                <a:off x="0" y="0"/>
                <a:ext cx="1023302" cy="230492"/>
              </a:xfrm>
              <a:custGeom>
                <a:avLst/>
                <a:gdLst/>
                <a:ahLst/>
                <a:cxnLst/>
                <a:rect r="r" b="b" t="t" l="l"/>
                <a:pathLst>
                  <a:path h="230492" w="1023302">
                    <a:moveTo>
                      <a:pt x="0" y="0"/>
                    </a:moveTo>
                    <a:lnTo>
                      <a:pt x="1023302" y="0"/>
                    </a:lnTo>
                    <a:lnTo>
                      <a:pt x="1023302" y="230492"/>
                    </a:lnTo>
                    <a:lnTo>
                      <a:pt x="0" y="230492"/>
                    </a:lnTo>
                    <a:close/>
                  </a:path>
                </a:pathLst>
              </a:custGeom>
              <a:solidFill>
                <a:srgbClr val="F1E3BC"/>
              </a:solidFill>
            </p:spPr>
          </p:sp>
          <p:sp>
            <p:nvSpPr>
              <p:cNvPr name="TextBox 67" id="67"/>
              <p:cNvSpPr txBox="true"/>
              <p:nvPr/>
            </p:nvSpPr>
            <p:spPr>
              <a:xfrm>
                <a:off x="0" y="-28575"/>
                <a:ext cx="1023302" cy="2590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4"/>
                  </a:lnSpc>
                </a:pPr>
              </a:p>
            </p:txBody>
          </p:sp>
        </p:grpSp>
      </p:grpSp>
      <p:grpSp>
        <p:nvGrpSpPr>
          <p:cNvPr name="Group 68" id="68"/>
          <p:cNvGrpSpPr/>
          <p:nvPr/>
        </p:nvGrpSpPr>
        <p:grpSpPr>
          <a:xfrm rot="0">
            <a:off x="7128574" y="13217294"/>
            <a:ext cx="7158926" cy="1215484"/>
            <a:chOff x="0" y="0"/>
            <a:chExt cx="9545235" cy="1620646"/>
          </a:xfrm>
        </p:grpSpPr>
        <p:grpSp>
          <p:nvGrpSpPr>
            <p:cNvPr name="Group 69" id="69"/>
            <p:cNvGrpSpPr/>
            <p:nvPr/>
          </p:nvGrpSpPr>
          <p:grpSpPr>
            <a:xfrm rot="-5400000">
              <a:off x="424450" y="-424450"/>
              <a:ext cx="1620646" cy="2469546"/>
              <a:chOff x="0" y="0"/>
              <a:chExt cx="660400" cy="1006320"/>
            </a:xfrm>
          </p:grpSpPr>
          <p:sp>
            <p:nvSpPr>
              <p:cNvPr name="Freeform 70" id="70"/>
              <p:cNvSpPr/>
              <p:nvPr/>
            </p:nvSpPr>
            <p:spPr>
              <a:xfrm flipH="false" flipV="false" rot="0">
                <a:off x="0" y="0"/>
                <a:ext cx="660400" cy="1006320"/>
              </a:xfrm>
              <a:custGeom>
                <a:avLst/>
                <a:gdLst/>
                <a:ahLst/>
                <a:cxnLst/>
                <a:rect r="r" b="b" t="t" l="l"/>
                <a:pathLst>
                  <a:path h="1006320" w="6604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32801"/>
                    </a:cubicBezTo>
                    <a:lnTo>
                      <a:pt x="660400" y="1006320"/>
                    </a:lnTo>
                    <a:lnTo>
                      <a:pt x="0" y="1006320"/>
                    </a:lnTo>
                    <a:lnTo>
                      <a:pt x="0" y="333300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AD221E"/>
              </a:solidFill>
            </p:spPr>
          </p:sp>
          <p:sp>
            <p:nvSpPr>
              <p:cNvPr name="TextBox 71" id="71"/>
              <p:cNvSpPr txBox="true"/>
              <p:nvPr/>
            </p:nvSpPr>
            <p:spPr>
              <a:xfrm>
                <a:off x="0" y="98425"/>
                <a:ext cx="660400" cy="90789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4"/>
                  </a:lnSpc>
                </a:pPr>
              </a:p>
            </p:txBody>
          </p:sp>
        </p:grpSp>
        <p:grpSp>
          <p:nvGrpSpPr>
            <p:cNvPr name="Group 72" id="72"/>
            <p:cNvGrpSpPr/>
            <p:nvPr/>
          </p:nvGrpSpPr>
          <p:grpSpPr>
            <a:xfrm rot="0">
              <a:off x="2350146" y="0"/>
              <a:ext cx="7195089" cy="1620646"/>
              <a:chOff x="0" y="0"/>
              <a:chExt cx="1023302" cy="230492"/>
            </a:xfrm>
          </p:grpSpPr>
          <p:sp>
            <p:nvSpPr>
              <p:cNvPr name="Freeform 73" id="73"/>
              <p:cNvSpPr/>
              <p:nvPr/>
            </p:nvSpPr>
            <p:spPr>
              <a:xfrm flipH="false" flipV="false" rot="0">
                <a:off x="0" y="0"/>
                <a:ext cx="1023302" cy="230492"/>
              </a:xfrm>
              <a:custGeom>
                <a:avLst/>
                <a:gdLst/>
                <a:ahLst/>
                <a:cxnLst/>
                <a:rect r="r" b="b" t="t" l="l"/>
                <a:pathLst>
                  <a:path h="230492" w="1023302">
                    <a:moveTo>
                      <a:pt x="0" y="0"/>
                    </a:moveTo>
                    <a:lnTo>
                      <a:pt x="1023302" y="0"/>
                    </a:lnTo>
                    <a:lnTo>
                      <a:pt x="1023302" y="230492"/>
                    </a:lnTo>
                    <a:lnTo>
                      <a:pt x="0" y="230492"/>
                    </a:lnTo>
                    <a:close/>
                  </a:path>
                </a:pathLst>
              </a:custGeom>
              <a:solidFill>
                <a:srgbClr val="AD221E"/>
              </a:solidFill>
            </p:spPr>
          </p:sp>
          <p:sp>
            <p:nvSpPr>
              <p:cNvPr name="TextBox 74" id="74"/>
              <p:cNvSpPr txBox="true"/>
              <p:nvPr/>
            </p:nvSpPr>
            <p:spPr>
              <a:xfrm>
                <a:off x="0" y="-28575"/>
                <a:ext cx="1023302" cy="2590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4"/>
                  </a:lnSpc>
                </a:pPr>
              </a:p>
            </p:txBody>
          </p:sp>
        </p:grpSp>
      </p:grpSp>
      <p:grpSp>
        <p:nvGrpSpPr>
          <p:cNvPr name="Group 75" id="75"/>
          <p:cNvGrpSpPr/>
          <p:nvPr/>
        </p:nvGrpSpPr>
        <p:grpSpPr>
          <a:xfrm rot="0">
            <a:off x="7119049" y="13373454"/>
            <a:ext cx="7168451" cy="1215484"/>
            <a:chOff x="0" y="0"/>
            <a:chExt cx="9557935" cy="1620646"/>
          </a:xfrm>
        </p:grpSpPr>
        <p:grpSp>
          <p:nvGrpSpPr>
            <p:cNvPr name="Group 76" id="76"/>
            <p:cNvGrpSpPr/>
            <p:nvPr/>
          </p:nvGrpSpPr>
          <p:grpSpPr>
            <a:xfrm rot="-5400000">
              <a:off x="426093" y="-426093"/>
              <a:ext cx="1620646" cy="2472832"/>
              <a:chOff x="0" y="0"/>
              <a:chExt cx="660400" cy="1007659"/>
            </a:xfrm>
          </p:grpSpPr>
          <p:sp>
            <p:nvSpPr>
              <p:cNvPr name="Freeform 77" id="77"/>
              <p:cNvSpPr/>
              <p:nvPr/>
            </p:nvSpPr>
            <p:spPr>
              <a:xfrm flipH="false" flipV="false" rot="0">
                <a:off x="0" y="0"/>
                <a:ext cx="660400" cy="1007659"/>
              </a:xfrm>
              <a:custGeom>
                <a:avLst/>
                <a:gdLst/>
                <a:ahLst/>
                <a:cxnLst/>
                <a:rect r="r" b="b" t="t" l="l"/>
                <a:pathLst>
                  <a:path h="1007659" w="6604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32830"/>
                    </a:cubicBezTo>
                    <a:lnTo>
                      <a:pt x="660400" y="1007659"/>
                    </a:lnTo>
                    <a:lnTo>
                      <a:pt x="0" y="1007659"/>
                    </a:lnTo>
                    <a:lnTo>
                      <a:pt x="0" y="33333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F1E3BC"/>
              </a:solidFill>
            </p:spPr>
          </p:sp>
          <p:sp>
            <p:nvSpPr>
              <p:cNvPr name="TextBox 78" id="78"/>
              <p:cNvSpPr txBox="true"/>
              <p:nvPr/>
            </p:nvSpPr>
            <p:spPr>
              <a:xfrm>
                <a:off x="0" y="98425"/>
                <a:ext cx="660400" cy="90923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4"/>
                  </a:lnSpc>
                </a:pPr>
              </a:p>
            </p:txBody>
          </p:sp>
        </p:grpSp>
        <p:grpSp>
          <p:nvGrpSpPr>
            <p:cNvPr name="Group 79" id="79"/>
            <p:cNvGrpSpPr/>
            <p:nvPr/>
          </p:nvGrpSpPr>
          <p:grpSpPr>
            <a:xfrm rot="0">
              <a:off x="2353273" y="0"/>
              <a:ext cx="7204662" cy="1620646"/>
              <a:chOff x="0" y="0"/>
              <a:chExt cx="1024663" cy="230492"/>
            </a:xfrm>
          </p:grpSpPr>
          <p:sp>
            <p:nvSpPr>
              <p:cNvPr name="Freeform 80" id="80"/>
              <p:cNvSpPr/>
              <p:nvPr/>
            </p:nvSpPr>
            <p:spPr>
              <a:xfrm flipH="false" flipV="false" rot="0">
                <a:off x="0" y="0"/>
                <a:ext cx="1024663" cy="230492"/>
              </a:xfrm>
              <a:custGeom>
                <a:avLst/>
                <a:gdLst/>
                <a:ahLst/>
                <a:cxnLst/>
                <a:rect r="r" b="b" t="t" l="l"/>
                <a:pathLst>
                  <a:path h="230492" w="1024663">
                    <a:moveTo>
                      <a:pt x="0" y="0"/>
                    </a:moveTo>
                    <a:lnTo>
                      <a:pt x="1024663" y="0"/>
                    </a:lnTo>
                    <a:lnTo>
                      <a:pt x="1024663" y="230492"/>
                    </a:lnTo>
                    <a:lnTo>
                      <a:pt x="0" y="230492"/>
                    </a:lnTo>
                    <a:close/>
                  </a:path>
                </a:pathLst>
              </a:custGeom>
              <a:solidFill>
                <a:srgbClr val="F1E3BC"/>
              </a:solidFill>
            </p:spPr>
          </p:sp>
          <p:sp>
            <p:nvSpPr>
              <p:cNvPr name="TextBox 81" id="81"/>
              <p:cNvSpPr txBox="true"/>
              <p:nvPr/>
            </p:nvSpPr>
            <p:spPr>
              <a:xfrm>
                <a:off x="0" y="-28575"/>
                <a:ext cx="1024663" cy="2590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4"/>
                  </a:lnSpc>
                </a:pPr>
              </a:p>
            </p:txBody>
          </p:sp>
        </p:grpSp>
      </p:grpSp>
      <p:grpSp>
        <p:nvGrpSpPr>
          <p:cNvPr name="Group 82" id="82"/>
          <p:cNvGrpSpPr/>
          <p:nvPr/>
        </p:nvGrpSpPr>
        <p:grpSpPr>
          <a:xfrm rot="0">
            <a:off x="7119049" y="13489567"/>
            <a:ext cx="7168451" cy="1215484"/>
            <a:chOff x="0" y="0"/>
            <a:chExt cx="9557935" cy="1620646"/>
          </a:xfrm>
        </p:grpSpPr>
        <p:grpSp>
          <p:nvGrpSpPr>
            <p:cNvPr name="Group 83" id="83"/>
            <p:cNvGrpSpPr/>
            <p:nvPr/>
          </p:nvGrpSpPr>
          <p:grpSpPr>
            <a:xfrm rot="-5400000">
              <a:off x="426093" y="-426093"/>
              <a:ext cx="1620646" cy="2472832"/>
              <a:chOff x="0" y="0"/>
              <a:chExt cx="660400" cy="1007659"/>
            </a:xfrm>
          </p:grpSpPr>
          <p:sp>
            <p:nvSpPr>
              <p:cNvPr name="Freeform 84" id="84"/>
              <p:cNvSpPr/>
              <p:nvPr/>
            </p:nvSpPr>
            <p:spPr>
              <a:xfrm flipH="false" flipV="false" rot="0">
                <a:off x="0" y="0"/>
                <a:ext cx="660400" cy="1007659"/>
              </a:xfrm>
              <a:custGeom>
                <a:avLst/>
                <a:gdLst/>
                <a:ahLst/>
                <a:cxnLst/>
                <a:rect r="r" b="b" t="t" l="l"/>
                <a:pathLst>
                  <a:path h="1007659" w="6604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32830"/>
                    </a:cubicBezTo>
                    <a:lnTo>
                      <a:pt x="660400" y="1007659"/>
                    </a:lnTo>
                    <a:lnTo>
                      <a:pt x="0" y="1007659"/>
                    </a:lnTo>
                    <a:lnTo>
                      <a:pt x="0" y="33333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AD221E"/>
              </a:solidFill>
            </p:spPr>
          </p:sp>
          <p:sp>
            <p:nvSpPr>
              <p:cNvPr name="TextBox 85" id="85"/>
              <p:cNvSpPr txBox="true"/>
              <p:nvPr/>
            </p:nvSpPr>
            <p:spPr>
              <a:xfrm>
                <a:off x="0" y="98425"/>
                <a:ext cx="660400" cy="90923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4"/>
                  </a:lnSpc>
                </a:pPr>
              </a:p>
            </p:txBody>
          </p:sp>
        </p:grpSp>
        <p:grpSp>
          <p:nvGrpSpPr>
            <p:cNvPr name="Group 86" id="86"/>
            <p:cNvGrpSpPr/>
            <p:nvPr/>
          </p:nvGrpSpPr>
          <p:grpSpPr>
            <a:xfrm rot="0">
              <a:off x="2353273" y="0"/>
              <a:ext cx="7204662" cy="1620646"/>
              <a:chOff x="0" y="0"/>
              <a:chExt cx="1024663" cy="230492"/>
            </a:xfrm>
          </p:grpSpPr>
          <p:sp>
            <p:nvSpPr>
              <p:cNvPr name="Freeform 87" id="87"/>
              <p:cNvSpPr/>
              <p:nvPr/>
            </p:nvSpPr>
            <p:spPr>
              <a:xfrm flipH="false" flipV="false" rot="0">
                <a:off x="0" y="0"/>
                <a:ext cx="1024663" cy="230492"/>
              </a:xfrm>
              <a:custGeom>
                <a:avLst/>
                <a:gdLst/>
                <a:ahLst/>
                <a:cxnLst/>
                <a:rect r="r" b="b" t="t" l="l"/>
                <a:pathLst>
                  <a:path h="230492" w="1024663">
                    <a:moveTo>
                      <a:pt x="0" y="0"/>
                    </a:moveTo>
                    <a:lnTo>
                      <a:pt x="1024663" y="0"/>
                    </a:lnTo>
                    <a:lnTo>
                      <a:pt x="1024663" y="230492"/>
                    </a:lnTo>
                    <a:lnTo>
                      <a:pt x="0" y="230492"/>
                    </a:lnTo>
                    <a:close/>
                  </a:path>
                </a:pathLst>
              </a:custGeom>
              <a:solidFill>
                <a:srgbClr val="AD221E"/>
              </a:solidFill>
            </p:spPr>
          </p:sp>
          <p:sp>
            <p:nvSpPr>
              <p:cNvPr name="TextBox 88" id="88"/>
              <p:cNvSpPr txBox="true"/>
              <p:nvPr/>
            </p:nvSpPr>
            <p:spPr>
              <a:xfrm>
                <a:off x="0" y="-28575"/>
                <a:ext cx="1024663" cy="2590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4"/>
                  </a:lnSpc>
                </a:pPr>
              </a:p>
            </p:txBody>
          </p:sp>
        </p:grpSp>
      </p:grpSp>
      <p:sp>
        <p:nvSpPr>
          <p:cNvPr name="TextBox 89" id="89"/>
          <p:cNvSpPr txBox="true"/>
          <p:nvPr/>
        </p:nvSpPr>
        <p:spPr>
          <a:xfrm rot="0">
            <a:off x="10550658" y="11732519"/>
            <a:ext cx="3045023" cy="297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6"/>
              </a:lnSpc>
            </a:pPr>
            <a:r>
              <a:rPr lang="en-US" sz="1804" spc="135">
                <a:solidFill>
                  <a:srgbClr val="8B1A1A"/>
                </a:solidFill>
                <a:latin typeface="UTM Avo"/>
                <a:ea typeface="UTM Avo"/>
                <a:cs typeface="UTM Avo"/>
                <a:sym typeface="UTM Avo"/>
              </a:rPr>
              <a:t>ThS. Dương Minh Quang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11234697" y="10171271"/>
            <a:ext cx="1718965" cy="281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0"/>
              </a:lnSpc>
            </a:pPr>
            <a:r>
              <a:rPr lang="en-US" sz="1686" spc="258">
                <a:solidFill>
                  <a:srgbClr val="8B1A1A"/>
                </a:solidFill>
                <a:latin typeface="UTM Avo"/>
                <a:ea typeface="UTM Avo"/>
                <a:cs typeface="UTM Avo"/>
                <a:sym typeface="UTM Avo"/>
              </a:rPr>
              <a:t>TRƯỞNG BAN</a:t>
            </a:r>
          </a:p>
        </p:txBody>
      </p:sp>
      <p:sp>
        <p:nvSpPr>
          <p:cNvPr name="Freeform 91" id="91"/>
          <p:cNvSpPr/>
          <p:nvPr/>
        </p:nvSpPr>
        <p:spPr>
          <a:xfrm flipH="false" flipV="false" rot="0">
            <a:off x="10728569" y="10326067"/>
            <a:ext cx="4342463" cy="1888971"/>
          </a:xfrm>
          <a:custGeom>
            <a:avLst/>
            <a:gdLst/>
            <a:ahLst/>
            <a:cxnLst/>
            <a:rect r="r" b="b" t="t" l="l"/>
            <a:pathLst>
              <a:path h="1888971" w="4342463">
                <a:moveTo>
                  <a:pt x="0" y="0"/>
                </a:moveTo>
                <a:lnTo>
                  <a:pt x="4342463" y="0"/>
                </a:lnTo>
                <a:lnTo>
                  <a:pt x="4342463" y="1888972"/>
                </a:lnTo>
                <a:lnTo>
                  <a:pt x="0" y="18889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92" id="92"/>
          <p:cNvSpPr/>
          <p:nvPr/>
        </p:nvSpPr>
        <p:spPr>
          <a:xfrm>
            <a:off x="1008725" y="11671042"/>
            <a:ext cx="4572000" cy="0"/>
          </a:xfrm>
          <a:prstGeom prst="line">
            <a:avLst/>
          </a:prstGeom>
          <a:ln cap="flat" w="9525">
            <a:solidFill>
              <a:srgbClr val="A963E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3" id="93"/>
          <p:cNvSpPr txBox="true"/>
          <p:nvPr/>
        </p:nvSpPr>
        <p:spPr>
          <a:xfrm rot="0">
            <a:off x="8561090" y="7891595"/>
            <a:ext cx="4300835" cy="763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3"/>
              </a:lnSpc>
            </a:pPr>
            <a:r>
              <a:rPr lang="en-US" sz="1997" spc="259">
                <a:solidFill>
                  <a:srgbClr val="8B1A1A"/>
                </a:solidFill>
                <a:latin typeface="UTM Avo"/>
                <a:ea typeface="UTM Avo"/>
                <a:cs typeface="UTM Avo"/>
                <a:sym typeface="UTM Avo"/>
              </a:rPr>
              <a:t>KHU BIỆT THỰ ĐẠI PHÚ GIA</a:t>
            </a:r>
          </a:p>
          <a:p>
            <a:pPr algn="ctr">
              <a:lnSpc>
                <a:spcPts val="2774"/>
              </a:lnSpc>
            </a:pPr>
            <a:r>
              <a:rPr lang="en-US" sz="1599" spc="151">
                <a:solidFill>
                  <a:srgbClr val="8B1A1A"/>
                </a:solidFill>
                <a:latin typeface="UTM Avo"/>
                <a:ea typeface="UTM Avo"/>
                <a:cs typeface="UTM Avo"/>
                <a:sym typeface="UTM Avo"/>
              </a:rPr>
              <a:t>Phường Quy Nhơn Đông, Tỉnh Gia Lai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6825740" y="4501373"/>
            <a:ext cx="7461760" cy="2201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9"/>
              </a:lnSpc>
            </a:pPr>
            <a:r>
              <a:rPr lang="en-US" b="true" sz="2250" spc="267">
                <a:solidFill>
                  <a:srgbClr val="8B1A1A"/>
                </a:solidFill>
                <a:latin typeface="UTM Avo Bold"/>
                <a:ea typeface="UTM Avo Bold"/>
                <a:cs typeface="UTM Avo Bold"/>
                <a:sym typeface="UTM Avo Bold"/>
              </a:rPr>
              <a:t>GIẢI VÔ ĐỊCH CỜ TƯỚNG, CỜ TƯỚNG ÚP</a:t>
            </a:r>
          </a:p>
          <a:p>
            <a:pPr algn="ctr">
              <a:lnSpc>
                <a:spcPts val="3519"/>
              </a:lnSpc>
            </a:pPr>
            <a:r>
              <a:rPr lang="en-US" b="true" sz="2250" spc="267">
                <a:solidFill>
                  <a:srgbClr val="8B1A1A"/>
                </a:solidFill>
                <a:latin typeface="UTM Avo Bold"/>
                <a:ea typeface="UTM Avo Bold"/>
                <a:cs typeface="UTM Avo Bold"/>
                <a:sym typeface="UTM Avo Bold"/>
              </a:rPr>
              <a:t>DOANH NHÂN TOÀN QUỐC</a:t>
            </a:r>
          </a:p>
          <a:p>
            <a:pPr algn="ctr">
              <a:lnSpc>
                <a:spcPts val="3519"/>
              </a:lnSpc>
            </a:pPr>
            <a:r>
              <a:rPr lang="en-US" b="true" sz="2250" spc="267">
                <a:solidFill>
                  <a:srgbClr val="8B1A1A"/>
                </a:solidFill>
                <a:latin typeface="UTM Avo Bold"/>
                <a:ea typeface="UTM Avo Bold"/>
                <a:cs typeface="UTM Avo Bold"/>
                <a:sym typeface="UTM Avo Bold"/>
              </a:rPr>
              <a:t>CÚP ĐẠI PHÚ GIA 2026</a:t>
            </a:r>
          </a:p>
          <a:p>
            <a:pPr algn="ctr">
              <a:lnSpc>
                <a:spcPts val="3519"/>
              </a:lnSpc>
            </a:pPr>
            <a:r>
              <a:rPr lang="en-US" sz="2250" spc="267">
                <a:solidFill>
                  <a:srgbClr val="8B1A1A"/>
                </a:solidFill>
                <a:latin typeface="UTM Avo"/>
                <a:ea typeface="UTM Avo"/>
                <a:cs typeface="UTM Avo"/>
                <a:sym typeface="UTM Avo"/>
              </a:rPr>
              <a:t>Thời gian:</a:t>
            </a:r>
          </a:p>
          <a:p>
            <a:pPr algn="ctr">
              <a:lnSpc>
                <a:spcPts val="3519"/>
              </a:lnSpc>
            </a:pPr>
            <a:r>
              <a:rPr lang="en-US" sz="2250" spc="267">
                <a:solidFill>
                  <a:srgbClr val="8B1A1A"/>
                </a:solidFill>
                <a:latin typeface="UTM Avo"/>
                <a:ea typeface="UTM Avo"/>
                <a:cs typeface="UTM Avo"/>
                <a:sym typeface="UTM Avo"/>
              </a:rPr>
              <a:t>7h30 | THỨ 7 | 14 | 11 | 2026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9969038" y="7618657"/>
            <a:ext cx="1163241" cy="264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3"/>
              </a:lnSpc>
            </a:pPr>
            <a:r>
              <a:rPr lang="en-US" sz="1595" spc="193">
                <a:solidFill>
                  <a:srgbClr val="8B1A1A"/>
                </a:solidFill>
                <a:latin typeface="UTM Avo"/>
                <a:ea typeface="UTM Avo"/>
                <a:cs typeface="UTM Avo"/>
                <a:sym typeface="UTM Avo"/>
              </a:rPr>
              <a:t>Địa điểm: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7794765" y="3978327"/>
            <a:ext cx="5786736" cy="427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81"/>
              </a:lnSpc>
            </a:pPr>
            <a:r>
              <a:rPr lang="en-US" sz="2062" spc="173">
                <a:solidFill>
                  <a:srgbClr val="CB2F39"/>
                </a:solidFill>
                <a:latin typeface="UTM Avo"/>
                <a:ea typeface="UTM Avo"/>
                <a:cs typeface="UTM Avo"/>
                <a:sym typeface="UTM Avo"/>
              </a:rPr>
              <a:t>THAM DỰ VÀ THI ĐẤU</a:t>
            </a:r>
          </a:p>
        </p:txBody>
      </p:sp>
      <p:grpSp>
        <p:nvGrpSpPr>
          <p:cNvPr name="Group 97" id="97"/>
          <p:cNvGrpSpPr/>
          <p:nvPr/>
        </p:nvGrpSpPr>
        <p:grpSpPr>
          <a:xfrm rot="0">
            <a:off x="342711" y="935302"/>
            <a:ext cx="6473504" cy="5637292"/>
            <a:chOff x="0" y="0"/>
            <a:chExt cx="1227568" cy="1068998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227568" cy="1068998"/>
            </a:xfrm>
            <a:custGeom>
              <a:avLst/>
              <a:gdLst/>
              <a:ahLst/>
              <a:cxnLst/>
              <a:rect r="r" b="b" t="t" l="l"/>
              <a:pathLst>
                <a:path h="1068998" w="1227568">
                  <a:moveTo>
                    <a:pt x="0" y="0"/>
                  </a:moveTo>
                  <a:lnTo>
                    <a:pt x="1227568" y="0"/>
                  </a:lnTo>
                  <a:lnTo>
                    <a:pt x="1227568" y="1068998"/>
                  </a:lnTo>
                  <a:lnTo>
                    <a:pt x="0" y="1068998"/>
                  </a:ln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9" id="99"/>
            <p:cNvSpPr txBox="true"/>
            <p:nvPr/>
          </p:nvSpPr>
          <p:spPr>
            <a:xfrm>
              <a:off x="0" y="-38100"/>
              <a:ext cx="1227568" cy="11070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075"/>
                </a:lnSpc>
              </a:pPr>
              <a:r>
                <a:rPr lang="en-US" b="true" sz="2199" spc="197">
                  <a:solidFill>
                    <a:srgbClr val="8B1A1A"/>
                  </a:solidFill>
                  <a:latin typeface="UTM Avo Bold"/>
                  <a:ea typeface="UTM Avo Bold"/>
                  <a:cs typeface="UTM Avo Bold"/>
                  <a:sym typeface="UTM Avo Bold"/>
                </a:rPr>
                <a:t>NGÀY 14/11/2026</a:t>
              </a:r>
            </a:p>
            <a:p>
              <a:pPr algn="just">
                <a:lnSpc>
                  <a:spcPts val="3075"/>
                </a:lnSpc>
              </a:pPr>
              <a:r>
                <a:rPr lang="en-US" sz="2199" spc="197">
                  <a:solidFill>
                    <a:srgbClr val="8B1A1A"/>
                  </a:solidFill>
                  <a:latin typeface="UTM Avo"/>
                  <a:ea typeface="UTM Avo"/>
                  <a:cs typeface="UTM Avo"/>
                  <a:sym typeface="UTM Avo"/>
                </a:rPr>
                <a:t>• 09h00 – 11h00: Đón tiếp</a:t>
              </a:r>
            </a:p>
            <a:p>
              <a:pPr algn="just">
                <a:lnSpc>
                  <a:spcPts val="3075"/>
                </a:lnSpc>
              </a:pPr>
              <a:r>
                <a:rPr lang="en-US" sz="2199" spc="197">
                  <a:solidFill>
                    <a:srgbClr val="8B1A1A"/>
                  </a:solidFill>
                  <a:latin typeface="UTM Avo"/>
                  <a:ea typeface="UTM Avo"/>
                  <a:cs typeface="UTM Avo"/>
                  <a:sym typeface="UTM Avo"/>
                </a:rPr>
                <a:t>• 15h00: Gặp gỡ, giao lưu cùng Lãnh đạo tỉnh Gia Lai; tham quan Quy Nhơn; kiểm tra địa điểm, cơ sở vật chất phục vụ giải đấu.</a:t>
              </a:r>
            </a:p>
            <a:p>
              <a:pPr algn="just">
                <a:lnSpc>
                  <a:spcPts val="3075"/>
                </a:lnSpc>
              </a:pPr>
              <a:r>
                <a:rPr lang="en-US" sz="2199" spc="197">
                  <a:solidFill>
                    <a:srgbClr val="8B1A1A"/>
                  </a:solidFill>
                  <a:latin typeface="UTM Avo"/>
                  <a:ea typeface="UTM Avo"/>
                  <a:cs typeface="UTM Avo"/>
                  <a:sym typeface="UTM Avo"/>
                </a:rPr>
                <a:t>• 18h00: Họp chuyên môn, trọng tài, bốc thăm và xếp lịch thi đấu.</a:t>
              </a:r>
            </a:p>
            <a:p>
              <a:pPr algn="l">
                <a:lnSpc>
                  <a:spcPts val="3075"/>
                </a:lnSpc>
              </a:pPr>
              <a:r>
                <a:rPr lang="en-US" b="true" sz="2199" spc="197">
                  <a:solidFill>
                    <a:srgbClr val="8B1A1A"/>
                  </a:solidFill>
                  <a:latin typeface="UTM Avo Bold"/>
                  <a:ea typeface="UTM Avo Bold"/>
                  <a:cs typeface="UTM Avo Bold"/>
                  <a:sym typeface="UTM Avo Bold"/>
                </a:rPr>
                <a:t>NGÀY 15/11/2026</a:t>
              </a:r>
            </a:p>
            <a:p>
              <a:pPr algn="just">
                <a:lnSpc>
                  <a:spcPts val="3075"/>
                </a:lnSpc>
              </a:pPr>
              <a:r>
                <a:rPr lang="en-US" sz="2199" spc="197">
                  <a:solidFill>
                    <a:srgbClr val="8B1A1A"/>
                  </a:solidFill>
                  <a:latin typeface="UTM Avo"/>
                  <a:ea typeface="UTM Avo"/>
                  <a:cs typeface="UTM Avo"/>
                  <a:sym typeface="UTM Avo"/>
                </a:rPr>
                <a:t>• Khai mạc Giải, tiến hành thi đấu, bế mạc, trao giải và Gala vinh danh Doanh nhân Việt Nam.</a:t>
              </a:r>
            </a:p>
            <a:p>
              <a:pPr algn="l">
                <a:lnSpc>
                  <a:spcPts val="3075"/>
                </a:lnSpc>
              </a:pPr>
              <a:r>
                <a:rPr lang="en-US" b="true" sz="2199" spc="197">
                  <a:solidFill>
                    <a:srgbClr val="8B1A1A"/>
                  </a:solidFill>
                  <a:latin typeface="UTM Avo Bold"/>
                  <a:ea typeface="UTM Avo Bold"/>
                  <a:cs typeface="UTM Avo Bold"/>
                  <a:sym typeface="UTM Avo Bold"/>
                </a:rPr>
                <a:t>NGÀY 16/11/2026</a:t>
              </a:r>
            </a:p>
            <a:p>
              <a:pPr algn="just">
                <a:lnSpc>
                  <a:spcPts val="3075"/>
                </a:lnSpc>
              </a:pPr>
              <a:r>
                <a:rPr lang="en-US" sz="2199" spc="197">
                  <a:solidFill>
                    <a:srgbClr val="8B1A1A"/>
                  </a:solidFill>
                  <a:latin typeface="UTM Avo"/>
                  <a:ea typeface="UTM Avo"/>
                  <a:cs typeface="UTM Avo"/>
                  <a:sym typeface="UTM Avo"/>
                </a:rPr>
                <a:t>• Tiễn các đoàn ra về.</a:t>
              </a:r>
            </a:p>
          </p:txBody>
        </p:sp>
      </p:grpSp>
      <p:sp>
        <p:nvSpPr>
          <p:cNvPr name="Freeform 100" id="100"/>
          <p:cNvSpPr/>
          <p:nvPr/>
        </p:nvSpPr>
        <p:spPr>
          <a:xfrm flipH="false" flipV="false" rot="0">
            <a:off x="8041696" y="4163959"/>
            <a:ext cx="5322917" cy="5149923"/>
          </a:xfrm>
          <a:custGeom>
            <a:avLst/>
            <a:gdLst/>
            <a:ahLst/>
            <a:cxnLst/>
            <a:rect r="r" b="b" t="t" l="l"/>
            <a:pathLst>
              <a:path h="5149923" w="5322917">
                <a:moveTo>
                  <a:pt x="0" y="0"/>
                </a:moveTo>
                <a:lnTo>
                  <a:pt x="5322917" y="0"/>
                </a:lnTo>
                <a:lnTo>
                  <a:pt x="5322917" y="5149923"/>
                </a:lnTo>
                <a:lnTo>
                  <a:pt x="0" y="51499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8999"/>
            </a:blip>
            <a:stretch>
              <a:fillRect l="0" t="0" r="0" b="0"/>
            </a:stretch>
          </a:blipFill>
        </p:spPr>
      </p:sp>
      <p:sp>
        <p:nvSpPr>
          <p:cNvPr name="Freeform 101" id="101"/>
          <p:cNvSpPr/>
          <p:nvPr/>
        </p:nvSpPr>
        <p:spPr>
          <a:xfrm flipH="false" flipV="false" rot="0">
            <a:off x="342711" y="6458594"/>
            <a:ext cx="6473504" cy="3193595"/>
          </a:xfrm>
          <a:custGeom>
            <a:avLst/>
            <a:gdLst/>
            <a:ahLst/>
            <a:cxnLst/>
            <a:rect r="r" b="b" t="t" l="l"/>
            <a:pathLst>
              <a:path h="3193595" w="6473504">
                <a:moveTo>
                  <a:pt x="0" y="0"/>
                </a:moveTo>
                <a:lnTo>
                  <a:pt x="6473504" y="0"/>
                </a:lnTo>
                <a:lnTo>
                  <a:pt x="6473504" y="3193595"/>
                </a:lnTo>
                <a:lnTo>
                  <a:pt x="0" y="31935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2" id="102"/>
          <p:cNvSpPr txBox="true"/>
          <p:nvPr/>
        </p:nvSpPr>
        <p:spPr>
          <a:xfrm rot="0">
            <a:off x="911882" y="11790104"/>
            <a:ext cx="4907161" cy="542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3"/>
              </a:lnSpc>
            </a:pPr>
            <a:r>
              <a:rPr lang="en-US" sz="1599" spc="153">
                <a:solidFill>
                  <a:srgbClr val="E53A3A">
                    <a:alpha val="63922"/>
                  </a:srgbClr>
                </a:solidFill>
                <a:latin typeface="UTM Avo"/>
                <a:ea typeface="UTM Avo"/>
                <a:cs typeface="UTM Avo"/>
                <a:sym typeface="UTM Avo"/>
              </a:rPr>
              <a:t>Thông tin chi tiết xin vui lòng liên hệ:</a:t>
            </a:r>
          </a:p>
          <a:p>
            <a:pPr algn="ctr">
              <a:lnSpc>
                <a:spcPts val="2223"/>
              </a:lnSpc>
            </a:pPr>
            <a:r>
              <a:rPr lang="en-US" sz="1599" spc="153">
                <a:solidFill>
                  <a:srgbClr val="E53A3A">
                    <a:alpha val="63922"/>
                  </a:srgbClr>
                </a:solidFill>
                <a:latin typeface="UTM Avo"/>
                <a:ea typeface="UTM Avo"/>
                <a:cs typeface="UTM Avo"/>
                <a:sym typeface="UTM Avo"/>
              </a:rPr>
              <a:t>Ngọc Giao (Ms) - Điện thoại: 0949.266.879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10550658" y="1609212"/>
            <a:ext cx="397669" cy="239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2"/>
              </a:lnSpc>
            </a:pPr>
            <a:r>
              <a:rPr lang="en-US" sz="1437">
                <a:solidFill>
                  <a:srgbClr val="727272"/>
                </a:solidFill>
                <a:latin typeface="UTM Avo"/>
                <a:ea typeface="UTM Avo"/>
                <a:cs typeface="UTM Avo"/>
                <a:sym typeface="UTM Avo"/>
              </a:rPr>
              <a:t>oOo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9018508" y="1877505"/>
            <a:ext cx="3698578" cy="427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81"/>
              </a:lnSpc>
              <a:spcBef>
                <a:spcPct val="0"/>
              </a:spcBef>
            </a:pPr>
            <a:r>
              <a:rPr lang="en-US" sz="2062" spc="173" strike="noStrike" u="none">
                <a:solidFill>
                  <a:srgbClr val="8B1A1A"/>
                </a:solidFill>
                <a:latin typeface="UTM Avo"/>
                <a:ea typeface="UTM Avo"/>
                <a:cs typeface="UTM Avo"/>
                <a:sym typeface="UTM Avo"/>
              </a:rPr>
              <a:t>Trân trọng kính mời: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10867797" y="9737853"/>
            <a:ext cx="2402086" cy="281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0"/>
              </a:lnSpc>
            </a:pPr>
            <a:r>
              <a:rPr lang="en-US" sz="1686" spc="258">
                <a:solidFill>
                  <a:srgbClr val="8B1A1A"/>
                </a:solidFill>
                <a:latin typeface="UTM Avo"/>
                <a:ea typeface="UTM Avo"/>
                <a:cs typeface="UTM Avo"/>
                <a:sym typeface="UTM Avo"/>
              </a:rPr>
              <a:t>T/M BAN TỔ CHỨC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2012540" y="12445858"/>
            <a:ext cx="2260550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 spc="167">
                <a:solidFill>
                  <a:srgbClr val="E53A3A">
                    <a:alpha val="72941"/>
                  </a:srgbClr>
                </a:solidFill>
                <a:latin typeface="UTM Avo"/>
                <a:ea typeface="UTM Avo"/>
                <a:cs typeface="UTM Avo"/>
                <a:sym typeface="UTM Avo"/>
              </a:rPr>
              <a:t>Trân trọng cảm ơn.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8081444" y="1070945"/>
            <a:ext cx="5213379" cy="357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3"/>
              </a:lnSpc>
            </a:pPr>
            <a:r>
              <a:rPr lang="en-US" b="true" sz="2038" spc="161">
                <a:solidFill>
                  <a:srgbClr val="E53A3A"/>
                </a:solidFill>
                <a:latin typeface="UTM Avo Bold"/>
                <a:ea typeface="UTM Avo Bold"/>
                <a:cs typeface="UTM Avo Bold"/>
                <a:sym typeface="UTM Avo Bold"/>
              </a:rPr>
              <a:t>LIÊN ĐOÀN CỜ TỈNH GIA LAI</a:t>
            </a:r>
          </a:p>
        </p:txBody>
      </p:sp>
      <p:sp>
        <p:nvSpPr>
          <p:cNvPr name="TextBox 108" id="108"/>
          <p:cNvSpPr txBox="true"/>
          <p:nvPr/>
        </p:nvSpPr>
        <p:spPr>
          <a:xfrm rot="0">
            <a:off x="8806805" y="684854"/>
            <a:ext cx="3815060" cy="281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4"/>
              </a:lnSpc>
            </a:pPr>
            <a:r>
              <a:rPr lang="en-US" sz="1674" spc="150">
                <a:solidFill>
                  <a:srgbClr val="E53A3A"/>
                </a:solidFill>
                <a:latin typeface="UTM Avo"/>
                <a:ea typeface="UTM Avo"/>
                <a:cs typeface="UTM Avo"/>
                <a:sym typeface="UTM Avo"/>
              </a:rPr>
              <a:t>ỦY BAN NHÂN DÂN TỈNH GIA LAI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1267119" y="247673"/>
            <a:ext cx="5370149" cy="46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60"/>
              </a:lnSpc>
              <a:spcBef>
                <a:spcPct val="0"/>
              </a:spcBef>
            </a:pPr>
            <a:r>
              <a:rPr lang="en-US" sz="2690" spc="242">
                <a:solidFill>
                  <a:srgbClr val="E53A3A"/>
                </a:solidFill>
                <a:latin typeface="UTM Avo"/>
                <a:ea typeface="UTM Avo"/>
                <a:cs typeface="UTM Avo"/>
                <a:sym typeface="UTM Avo"/>
              </a:rPr>
              <a:t>CHƯƠNG TRÌNH </a:t>
            </a:r>
          </a:p>
        </p:txBody>
      </p:sp>
      <p:sp>
        <p:nvSpPr>
          <p:cNvPr name="Freeform 110" id="110"/>
          <p:cNvSpPr/>
          <p:nvPr/>
        </p:nvSpPr>
        <p:spPr>
          <a:xfrm flipH="false" flipV="false" rot="0">
            <a:off x="9736890" y="9668836"/>
            <a:ext cx="2261814" cy="2149843"/>
          </a:xfrm>
          <a:custGeom>
            <a:avLst/>
            <a:gdLst/>
            <a:ahLst/>
            <a:cxnLst/>
            <a:rect r="r" b="b" t="t" l="l"/>
            <a:pathLst>
              <a:path h="2149843" w="2261814">
                <a:moveTo>
                  <a:pt x="0" y="0"/>
                </a:moveTo>
                <a:lnTo>
                  <a:pt x="2261815" y="0"/>
                </a:lnTo>
                <a:lnTo>
                  <a:pt x="2261815" y="2149843"/>
                </a:lnTo>
                <a:lnTo>
                  <a:pt x="0" y="21498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7597" t="-74093" r="-65892" b="-236593"/>
            </a:stretch>
          </a:blipFill>
        </p:spPr>
      </p:sp>
      <p:sp>
        <p:nvSpPr>
          <p:cNvPr name="TextBox 111" id="111"/>
          <p:cNvSpPr txBox="true"/>
          <p:nvPr/>
        </p:nvSpPr>
        <p:spPr>
          <a:xfrm rot="0">
            <a:off x="7128574" y="2744082"/>
            <a:ext cx="1769551" cy="413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0"/>
              </a:lnSpc>
            </a:pPr>
            <a:r>
              <a:rPr lang="en-US" sz="2000" spc="168">
                <a:solidFill>
                  <a:srgbClr val="8B1A1A"/>
                </a:solidFill>
                <a:latin typeface="UTM Avo"/>
                <a:ea typeface="UTM Avo"/>
                <a:cs typeface="UTM Avo"/>
                <a:sym typeface="UTM Avo"/>
              </a:rPr>
              <a:t>Ông: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8827021" y="2752976"/>
            <a:ext cx="3762031" cy="413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0"/>
              </a:lnSpc>
            </a:pPr>
            <a:r>
              <a:rPr lang="en-US" b="true" sz="2000" spc="168">
                <a:solidFill>
                  <a:srgbClr val="8B1A1A"/>
                </a:solidFill>
                <a:latin typeface="UTM Avo Bold"/>
                <a:ea typeface="UTM Avo Bold"/>
                <a:cs typeface="UTM Avo Bold"/>
                <a:sym typeface="UTM Avo Bold"/>
              </a:rPr>
              <a:t>{{HOTEN}}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7436458" y="3326817"/>
            <a:ext cx="6159224" cy="425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8"/>
              </a:lnSpc>
            </a:pPr>
            <a:r>
              <a:rPr lang="en-US" sz="2100" spc="176">
                <a:solidFill>
                  <a:srgbClr val="8B1A1A"/>
                </a:solidFill>
                <a:latin typeface="UTM Avo"/>
                <a:ea typeface="UTM Avo"/>
                <a:cs typeface="UTM Avo"/>
                <a:sym typeface="UTM Avo"/>
              </a:rPr>
              <a:t/>
            </a:r>
            <a:r>
              <a:rPr lang="en-US" sz="2100" spc="176">
                <a:solidFill>
                  <a:srgbClr val="8B1A1A"/>
                </a:solidFill>
                <a:latin typeface="UTM Avo"/>
                <a:ea typeface="UTM Avo"/>
                <a:cs typeface="UTM Avo"/>
                <a:sym typeface="UTM Avo"/>
              </a:rPr>
              <a:t>{{CONGTY}}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DAHJWZUjOHE</dc:identifier>
  <dcterms:modified xsi:type="dcterms:W3CDTF">2011-08-01T06:04:30Z</dcterms:modified>
  <cp:revision>1</cp:revision>
  <dc:title>GIAI DNVN 2026 _thumoi</dc:title>
</cp:coreProperties>
</file>